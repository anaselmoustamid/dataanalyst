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52"/>
  </p:notesMasterIdLst>
  <p:handoutMasterIdLst>
    <p:handoutMasterId r:id="rId53"/>
  </p:handoutMasterIdLst>
  <p:sldIdLst>
    <p:sldId id="327" r:id="rId5"/>
    <p:sldId id="330" r:id="rId6"/>
    <p:sldId id="331" r:id="rId7"/>
    <p:sldId id="332" r:id="rId8"/>
    <p:sldId id="298" r:id="rId9"/>
    <p:sldId id="262" r:id="rId10"/>
    <p:sldId id="333" r:id="rId11"/>
    <p:sldId id="263" r:id="rId12"/>
    <p:sldId id="299" r:id="rId13"/>
    <p:sldId id="302" r:id="rId14"/>
    <p:sldId id="264" r:id="rId15"/>
    <p:sldId id="266" r:id="rId16"/>
    <p:sldId id="265" r:id="rId17"/>
    <p:sldId id="276" r:id="rId18"/>
    <p:sldId id="303" r:id="rId19"/>
    <p:sldId id="293" r:id="rId20"/>
    <p:sldId id="277" r:id="rId21"/>
    <p:sldId id="284" r:id="rId22"/>
    <p:sldId id="269" r:id="rId23"/>
    <p:sldId id="304" r:id="rId24"/>
    <p:sldId id="305" r:id="rId25"/>
    <p:sldId id="307" r:id="rId26"/>
    <p:sldId id="306" r:id="rId27"/>
    <p:sldId id="308" r:id="rId28"/>
    <p:sldId id="270" r:id="rId29"/>
    <p:sldId id="309" r:id="rId30"/>
    <p:sldId id="310" r:id="rId31"/>
    <p:sldId id="311" r:id="rId32"/>
    <p:sldId id="312" r:id="rId33"/>
    <p:sldId id="314" r:id="rId34"/>
    <p:sldId id="313" r:id="rId35"/>
    <p:sldId id="315" r:id="rId36"/>
    <p:sldId id="316" r:id="rId37"/>
    <p:sldId id="317" r:id="rId38"/>
    <p:sldId id="294" r:id="rId39"/>
    <p:sldId id="296" r:id="rId40"/>
    <p:sldId id="318" r:id="rId41"/>
    <p:sldId id="321" r:id="rId42"/>
    <p:sldId id="322" r:id="rId43"/>
    <p:sldId id="323" r:id="rId44"/>
    <p:sldId id="324" r:id="rId45"/>
    <p:sldId id="288" r:id="rId46"/>
    <p:sldId id="289" r:id="rId47"/>
    <p:sldId id="320" r:id="rId48"/>
    <p:sldId id="274" r:id="rId49"/>
    <p:sldId id="275" r:id="rId50"/>
    <p:sldId id="329" r:id="rId51"/>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48CB"/>
    <a:srgbClr val="0B49CB"/>
    <a:srgbClr val="F2F4F8"/>
    <a:srgbClr val="1C7DDB"/>
    <a:srgbClr val="121619"/>
    <a:srgbClr val="F2F2F2"/>
    <a:srgbClr val="145579"/>
    <a:srgbClr val="3A6483"/>
    <a:srgbClr val="204E79"/>
    <a:srgbClr val="0054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8C9EB8-3540-3DFA-9212-535EE18E0E11}" v="77" dt="2021-07-12T20:33:42.116"/>
    <p1510:client id="{10340FDF-B15C-4CFF-B487-146F9B98A252}" v="28" dt="2021-08-10T21:47:37.589"/>
    <p1510:client id="{3BA0D230-C853-4667-83F9-D85E65BD4B24}" v="2" dt="2021-08-19T16:32:24.566"/>
    <p1510:client id="{5A0AAAB8-49A6-F942-A54D-C6F3E5FF3A63}" v="89" dt="2021-07-13T17:54:45.232"/>
    <p1510:client id="{76DF6DB8-F2E5-6C48-9ABE-786D868B0110}" v="955" dt="2021-07-13T17:56:41.616"/>
    <p1510:client id="{7FB42E05-DEC9-4126-B474-47B35F363E13}" v="30" dt="2021-07-12T20:25:12.855"/>
    <p1510:client id="{82D0390A-222A-332D-F9F9-70D15093EB60}" v="22" dt="2021-07-13T17:51:30.429"/>
    <p1510:client id="{86B35720-4193-446F-B2D5-9AD9984A55EF}" v="513" dt="2021-08-19T14:59:06.521"/>
    <p1510:client id="{998F4E3E-1A76-4A6B-98B6-08752F3768B3}" v="4" dt="2021-08-10T21:41:11.021"/>
    <p1510:client id="{9F30A1D2-6717-426C-A658-3A50309723ED}" v="4" dt="2021-08-10T21:42:35.526"/>
    <p1510:client id="{B63C8988-E1D3-4A52-8229-FA8C5EBD2ECD}" v="357" dt="2021-08-19T14:01:44.876"/>
    <p1510:client id="{C083896D-BE66-E85C-897C-A6AD0DF65F8C}" v="2226" dt="2021-07-13T17:34:38.142"/>
    <p1510:client id="{CC69BAD0-B878-4D5F-9EDC-F1CFB63E14B5}" v="190" dt="2021-08-18T18:06:57.811"/>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1"/>
    <p:restoredTop sz="85174"/>
  </p:normalViewPr>
  <p:slideViewPr>
    <p:cSldViewPr snapToGrid="0" snapToObjects="1">
      <p:cViewPr varScale="1">
        <p:scale>
          <a:sx n="104" d="100"/>
          <a:sy n="104" d="100"/>
        </p:scale>
        <p:origin x="1050"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asgaraly@ibm.com" clId="Web-{CC69BAD0-B878-4D5F-9EDC-F1CFB63E14B5}"/>
    <pc:docChg chg="modSld">
      <pc:chgData name="annaasgaraly@ibm.com" userId="" providerId="" clId="Web-{CC69BAD0-B878-4D5F-9EDC-F1CFB63E14B5}" dt="2021-08-18T18:06:57.811" v="102"/>
      <pc:docMkLst>
        <pc:docMk/>
      </pc:docMkLst>
      <pc:sldChg chg="modSp mod setBg">
        <pc:chgData name="annaasgaraly@ibm.com" userId="" providerId="" clId="Web-{CC69BAD0-B878-4D5F-9EDC-F1CFB63E14B5}" dt="2021-08-18T18:06:06.057" v="76"/>
        <pc:sldMkLst>
          <pc:docMk/>
          <pc:sldMk cId="1553432724" sldId="262"/>
        </pc:sldMkLst>
        <pc:spChg chg="mod">
          <ac:chgData name="annaasgaraly@ibm.com" userId="" providerId="" clId="Web-{CC69BAD0-B878-4D5F-9EDC-F1CFB63E14B5}" dt="2021-08-18T18:01:46.694" v="21" actId="20577"/>
          <ac:spMkLst>
            <pc:docMk/>
            <pc:sldMk cId="1553432724" sldId="262"/>
            <ac:spMk id="7" creationId="{0BFEC426-B615-E549-83E5-140FD588BC64}"/>
          </ac:spMkLst>
        </pc:spChg>
        <pc:spChg chg="mod">
          <ac:chgData name="annaasgaraly@ibm.com" userId="" providerId="" clId="Web-{CC69BAD0-B878-4D5F-9EDC-F1CFB63E14B5}" dt="2021-08-18T18:01:43.726" v="19" actId="20577"/>
          <ac:spMkLst>
            <pc:docMk/>
            <pc:sldMk cId="1553432724" sldId="262"/>
            <ac:spMk id="13" creationId="{13C62649-0825-4926-8E2A-2EBCCFE00ECC}"/>
          </ac:spMkLst>
        </pc:spChg>
      </pc:sldChg>
      <pc:sldChg chg="modSp mod setBg">
        <pc:chgData name="annaasgaraly@ibm.com" userId="" providerId="" clId="Web-{CC69BAD0-B878-4D5F-9EDC-F1CFB63E14B5}" dt="2021-08-18T18:06:03.604" v="66"/>
        <pc:sldMkLst>
          <pc:docMk/>
          <pc:sldMk cId="3288665831" sldId="263"/>
        </pc:sldMkLst>
        <pc:spChg chg="mod">
          <ac:chgData name="annaasgaraly@ibm.com" userId="" providerId="" clId="Web-{CC69BAD0-B878-4D5F-9EDC-F1CFB63E14B5}" dt="2021-08-18T18:01:49.617" v="22" actId="20577"/>
          <ac:spMkLst>
            <pc:docMk/>
            <pc:sldMk cId="3288665831" sldId="263"/>
            <ac:spMk id="12" creationId="{D77AC1D2-8B41-4A7A-88CF-41E6B7D8C98D}"/>
          </ac:spMkLst>
        </pc:spChg>
      </pc:sldChg>
      <pc:sldChg chg="modSp mod setBg">
        <pc:chgData name="annaasgaraly@ibm.com" userId="" providerId="" clId="Web-{CC69BAD0-B878-4D5F-9EDC-F1CFB63E14B5}" dt="2021-08-18T18:06:04.338" v="69"/>
        <pc:sldMkLst>
          <pc:docMk/>
          <pc:sldMk cId="2987552906" sldId="264"/>
        </pc:sldMkLst>
        <pc:spChg chg="mod">
          <ac:chgData name="annaasgaraly@ibm.com" userId="" providerId="" clId="Web-{CC69BAD0-B878-4D5F-9EDC-F1CFB63E14B5}" dt="2021-08-18T18:02:01.914" v="25" actId="20577"/>
          <ac:spMkLst>
            <pc:docMk/>
            <pc:sldMk cId="2987552906" sldId="264"/>
            <ac:spMk id="8" creationId="{2A665A13-3129-46DF-B847-F273F3E96BE6}"/>
          </ac:spMkLst>
        </pc:spChg>
      </pc:sldChg>
      <pc:sldChg chg="modSp mod setBg">
        <pc:chgData name="annaasgaraly@ibm.com" userId="" providerId="" clId="Web-{CC69BAD0-B878-4D5F-9EDC-F1CFB63E14B5}" dt="2021-08-18T18:06:04.807" v="71"/>
        <pc:sldMkLst>
          <pc:docMk/>
          <pc:sldMk cId="1578726356" sldId="265"/>
        </pc:sldMkLst>
        <pc:spChg chg="mod">
          <ac:chgData name="annaasgaraly@ibm.com" userId="" providerId="" clId="Web-{CC69BAD0-B878-4D5F-9EDC-F1CFB63E14B5}" dt="2021-08-18T18:02:09.180" v="27" actId="20577"/>
          <ac:spMkLst>
            <pc:docMk/>
            <pc:sldMk cId="1578726356" sldId="265"/>
            <ac:spMk id="3" creationId="{32405FDA-CB27-4506-BA80-B7DD00CB25C5}"/>
          </ac:spMkLst>
        </pc:spChg>
      </pc:sldChg>
      <pc:sldChg chg="modSp mod setBg">
        <pc:chgData name="annaasgaraly@ibm.com" userId="" providerId="" clId="Web-{CC69BAD0-B878-4D5F-9EDC-F1CFB63E14B5}" dt="2021-08-18T18:06:04.573" v="70"/>
        <pc:sldMkLst>
          <pc:docMk/>
          <pc:sldMk cId="779971636" sldId="266"/>
        </pc:sldMkLst>
        <pc:spChg chg="mod">
          <ac:chgData name="annaasgaraly@ibm.com" userId="" providerId="" clId="Web-{CC69BAD0-B878-4D5F-9EDC-F1CFB63E14B5}" dt="2021-08-18T18:02:05.805" v="26" actId="20577"/>
          <ac:spMkLst>
            <pc:docMk/>
            <pc:sldMk cId="779971636" sldId="266"/>
            <ac:spMk id="3" creationId="{D9E97D81-A978-4758-8A93-47C19B104075}"/>
          </ac:spMkLst>
        </pc:spChg>
      </pc:sldChg>
      <pc:sldChg chg="modSp mod setBg">
        <pc:chgData name="annaasgaraly@ibm.com" userId="" providerId="" clId="Web-{CC69BAD0-B878-4D5F-9EDC-F1CFB63E14B5}" dt="2021-08-18T18:06:17.246" v="82"/>
        <pc:sldMkLst>
          <pc:docMk/>
          <pc:sldMk cId="3865605948" sldId="269"/>
        </pc:sldMkLst>
        <pc:spChg chg="mod">
          <ac:chgData name="annaasgaraly@ibm.com" userId="" providerId="" clId="Web-{CC69BAD0-B878-4D5F-9EDC-F1CFB63E14B5}" dt="2021-08-18T18:02:27.041" v="32" actId="20577"/>
          <ac:spMkLst>
            <pc:docMk/>
            <pc:sldMk cId="3865605948" sldId="269"/>
            <ac:spMk id="4" creationId="{54F4FCC5-6E7E-4FF0-BE45-680EEC392C9F}"/>
          </ac:spMkLst>
        </pc:spChg>
      </pc:sldChg>
      <pc:sldChg chg="modSp mod setBg">
        <pc:chgData name="annaasgaraly@ibm.com" userId="" providerId="" clId="Web-{CC69BAD0-B878-4D5F-9EDC-F1CFB63E14B5}" dt="2021-08-18T18:06:32.169" v="92"/>
        <pc:sldMkLst>
          <pc:docMk/>
          <pc:sldMk cId="2727850971" sldId="270"/>
        </pc:sldMkLst>
        <pc:spChg chg="mod">
          <ac:chgData name="annaasgaraly@ibm.com" userId="" providerId="" clId="Web-{CC69BAD0-B878-4D5F-9EDC-F1CFB63E14B5}" dt="2021-08-18T18:02:51.855" v="38" actId="20577"/>
          <ac:spMkLst>
            <pc:docMk/>
            <pc:sldMk cId="2727850971" sldId="270"/>
            <ac:spMk id="3" creationId="{86E60219-AE1B-47B6-9A1D-F2865D04BE52}"/>
          </ac:spMkLst>
        </pc:spChg>
      </pc:sldChg>
      <pc:sldChg chg="modSp mod setBg">
        <pc:chgData name="annaasgaraly@ibm.com" userId="" providerId="" clId="Web-{CC69BAD0-B878-4D5F-9EDC-F1CFB63E14B5}" dt="2021-08-18T18:06:57.358" v="100"/>
        <pc:sldMkLst>
          <pc:docMk/>
          <pc:sldMk cId="1630123617" sldId="274"/>
        </pc:sldMkLst>
        <pc:spChg chg="mod">
          <ac:chgData name="annaasgaraly@ibm.com" userId="" providerId="" clId="Web-{CC69BAD0-B878-4D5F-9EDC-F1CFB63E14B5}" dt="2021-08-18T18:04:11.221" v="58" actId="20577"/>
          <ac:spMkLst>
            <pc:docMk/>
            <pc:sldMk cId="1630123617" sldId="274"/>
            <ac:spMk id="9" creationId="{FB98079A-48C6-4E10-8AB1-B940BD1E42DF}"/>
          </ac:spMkLst>
        </pc:spChg>
      </pc:sldChg>
      <pc:sldChg chg="modSp mod setBg">
        <pc:chgData name="annaasgaraly@ibm.com" userId="" providerId="" clId="Web-{CC69BAD0-B878-4D5F-9EDC-F1CFB63E14B5}" dt="2021-08-18T18:06:57.592" v="101"/>
        <pc:sldMkLst>
          <pc:docMk/>
          <pc:sldMk cId="3410008520" sldId="275"/>
        </pc:sldMkLst>
        <pc:spChg chg="mod">
          <ac:chgData name="annaasgaraly@ibm.com" userId="" providerId="" clId="Web-{CC69BAD0-B878-4D5F-9EDC-F1CFB63E14B5}" dt="2021-08-18T18:04:14.549" v="59" actId="20577"/>
          <ac:spMkLst>
            <pc:docMk/>
            <pc:sldMk cId="3410008520" sldId="275"/>
            <ac:spMk id="11" creationId="{60F8A56C-5EE1-4DBF-842D-C2A130AA680E}"/>
          </ac:spMkLst>
        </pc:spChg>
      </pc:sldChg>
      <pc:sldChg chg="modSp mod setBg">
        <pc:chgData name="annaasgaraly@ibm.com" userId="" providerId="" clId="Web-{CC69BAD0-B878-4D5F-9EDC-F1CFB63E14B5}" dt="2021-08-18T18:06:05.057" v="72"/>
        <pc:sldMkLst>
          <pc:docMk/>
          <pc:sldMk cId="148114319" sldId="276"/>
        </pc:sldMkLst>
        <pc:spChg chg="mod">
          <ac:chgData name="annaasgaraly@ibm.com" userId="" providerId="" clId="Web-{CC69BAD0-B878-4D5F-9EDC-F1CFB63E14B5}" dt="2021-08-18T18:02:12.915" v="28" actId="20577"/>
          <ac:spMkLst>
            <pc:docMk/>
            <pc:sldMk cId="148114319" sldId="276"/>
            <ac:spMk id="3" creationId="{B28946E4-5BEF-46F0-A56A-E7E85ACA148F}"/>
          </ac:spMkLst>
        </pc:spChg>
      </pc:sldChg>
      <pc:sldChg chg="modSp mod setBg">
        <pc:chgData name="annaasgaraly@ibm.com" userId="" providerId="" clId="Web-{CC69BAD0-B878-4D5F-9EDC-F1CFB63E14B5}" dt="2021-08-18T18:06:05.792" v="75"/>
        <pc:sldMkLst>
          <pc:docMk/>
          <pc:sldMk cId="321008965" sldId="277"/>
        </pc:sldMkLst>
        <pc:spChg chg="mod">
          <ac:chgData name="annaasgaraly@ibm.com" userId="" providerId="" clId="Web-{CC69BAD0-B878-4D5F-9EDC-F1CFB63E14B5}" dt="2021-08-18T18:02:23.244" v="31" actId="20577"/>
          <ac:spMkLst>
            <pc:docMk/>
            <pc:sldMk cId="321008965" sldId="277"/>
            <ac:spMk id="7" creationId="{330F9542-6794-4F57-BB45-868D94AD06B0}"/>
          </ac:spMkLst>
        </pc:spChg>
      </pc:sldChg>
      <pc:sldChg chg="mod setBg">
        <pc:chgData name="annaasgaraly@ibm.com" userId="" providerId="" clId="Web-{CC69BAD0-B878-4D5F-9EDC-F1CFB63E14B5}" dt="2021-08-18T17:50:32.723" v="3"/>
        <pc:sldMkLst>
          <pc:docMk/>
          <pc:sldMk cId="3181088097" sldId="278"/>
        </pc:sldMkLst>
      </pc:sldChg>
      <pc:sldChg chg="mod setBg">
        <pc:chgData name="annaasgaraly@ibm.com" userId="" providerId="" clId="Web-{CC69BAD0-B878-4D5F-9EDC-F1CFB63E14B5}" dt="2021-08-18T17:50:22.097" v="2"/>
        <pc:sldMkLst>
          <pc:docMk/>
          <pc:sldMk cId="178270660" sldId="284"/>
        </pc:sldMkLst>
      </pc:sldChg>
      <pc:sldChg chg="mod setBg">
        <pc:chgData name="annaasgaraly@ibm.com" userId="" providerId="" clId="Web-{CC69BAD0-B878-4D5F-9EDC-F1CFB63E14B5}" dt="2021-08-18T17:51:05.491" v="6"/>
        <pc:sldMkLst>
          <pc:docMk/>
          <pc:sldMk cId="1290394134" sldId="288"/>
        </pc:sldMkLst>
      </pc:sldChg>
      <pc:sldChg chg="modSp mod setBg">
        <pc:chgData name="annaasgaraly@ibm.com" userId="" providerId="" clId="Web-{CC69BAD0-B878-4D5F-9EDC-F1CFB63E14B5}" dt="2021-08-18T18:06:57.811" v="102"/>
        <pc:sldMkLst>
          <pc:docMk/>
          <pc:sldMk cId="2459446073" sldId="289"/>
        </pc:sldMkLst>
        <pc:spChg chg="mod">
          <ac:chgData name="annaasgaraly@ibm.com" userId="" providerId="" clId="Web-{CC69BAD0-B878-4D5F-9EDC-F1CFB63E14B5}" dt="2021-08-18T18:04:04.486" v="56" actId="20577"/>
          <ac:spMkLst>
            <pc:docMk/>
            <pc:sldMk cId="2459446073" sldId="289"/>
            <ac:spMk id="9" creationId="{B68D8986-45AC-4FB5-96E8-C45F9603EB5E}"/>
          </ac:spMkLst>
        </pc:spChg>
      </pc:sldChg>
      <pc:sldChg chg="modSp mod setBg">
        <pc:chgData name="annaasgaraly@ibm.com" userId="" providerId="" clId="Web-{CC69BAD0-B878-4D5F-9EDC-F1CFB63E14B5}" dt="2021-08-18T18:06:05.542" v="74"/>
        <pc:sldMkLst>
          <pc:docMk/>
          <pc:sldMk cId="1813711241" sldId="293"/>
        </pc:sldMkLst>
        <pc:spChg chg="mod">
          <ac:chgData name="annaasgaraly@ibm.com" userId="" providerId="" clId="Web-{CC69BAD0-B878-4D5F-9EDC-F1CFB63E14B5}" dt="2021-08-18T18:02:20.025" v="30" actId="20577"/>
          <ac:spMkLst>
            <pc:docMk/>
            <pc:sldMk cId="1813711241" sldId="293"/>
            <ac:spMk id="3" creationId="{FC857EDD-A3A7-434D-B8D5-401E872498DA}"/>
          </ac:spMkLst>
        </pc:spChg>
      </pc:sldChg>
      <pc:sldChg chg="mod setBg">
        <pc:chgData name="annaasgaraly@ibm.com" userId="" providerId="" clId="Web-{CC69BAD0-B878-4D5F-9EDC-F1CFB63E14B5}" dt="2021-08-18T17:50:45.396" v="4"/>
        <pc:sldMkLst>
          <pc:docMk/>
          <pc:sldMk cId="1023352497" sldId="294"/>
        </pc:sldMkLst>
      </pc:sldChg>
      <pc:sldChg chg="modSp mod setBg">
        <pc:chgData name="annaasgaraly@ibm.com" userId="" providerId="" clId="Web-{CC69BAD0-B878-4D5F-9EDC-F1CFB63E14B5}" dt="2021-08-18T18:06:41.169" v="95"/>
        <pc:sldMkLst>
          <pc:docMk/>
          <pc:sldMk cId="981671777" sldId="296"/>
        </pc:sldMkLst>
        <pc:spChg chg="mod">
          <ac:chgData name="annaasgaraly@ibm.com" userId="" providerId="" clId="Web-{CC69BAD0-B878-4D5F-9EDC-F1CFB63E14B5}" dt="2021-08-18T18:03:39.203" v="50" actId="20577"/>
          <ac:spMkLst>
            <pc:docMk/>
            <pc:sldMk cId="981671777" sldId="296"/>
            <ac:spMk id="2" creationId="{54176327-8CC4-4356-8BBB-DC4965CE9857}"/>
          </ac:spMkLst>
        </pc:spChg>
      </pc:sldChg>
      <pc:sldChg chg="mod setBg">
        <pc:chgData name="annaasgaraly@ibm.com" userId="" providerId="" clId="Web-{CC69BAD0-B878-4D5F-9EDC-F1CFB63E14B5}" dt="2021-08-18T17:50:06.440" v="1"/>
        <pc:sldMkLst>
          <pc:docMk/>
          <pc:sldMk cId="3093198887" sldId="298"/>
        </pc:sldMkLst>
      </pc:sldChg>
      <pc:sldChg chg="modSp mod setBg">
        <pc:chgData name="annaasgaraly@ibm.com" userId="" providerId="" clId="Web-{CC69BAD0-B878-4D5F-9EDC-F1CFB63E14B5}" dt="2021-08-18T18:06:03.854" v="67"/>
        <pc:sldMkLst>
          <pc:docMk/>
          <pc:sldMk cId="280316088" sldId="299"/>
        </pc:sldMkLst>
        <pc:spChg chg="mod">
          <ac:chgData name="annaasgaraly@ibm.com" userId="" providerId="" clId="Web-{CC69BAD0-B878-4D5F-9EDC-F1CFB63E14B5}" dt="2021-08-18T18:01:53.336" v="23" actId="20577"/>
          <ac:spMkLst>
            <pc:docMk/>
            <pc:sldMk cId="280316088" sldId="299"/>
            <ac:spMk id="4" creationId="{5066AA34-20EE-4A59-B343-346A8DB5667C}"/>
          </ac:spMkLst>
        </pc:spChg>
      </pc:sldChg>
      <pc:sldChg chg="modSp mod setBg">
        <pc:chgData name="annaasgaraly@ibm.com" userId="" providerId="" clId="Web-{CC69BAD0-B878-4D5F-9EDC-F1CFB63E14B5}" dt="2021-08-18T18:06:04.104" v="68"/>
        <pc:sldMkLst>
          <pc:docMk/>
          <pc:sldMk cId="1385553969" sldId="302"/>
        </pc:sldMkLst>
        <pc:spChg chg="mod">
          <ac:chgData name="annaasgaraly@ibm.com" userId="" providerId="" clId="Web-{CC69BAD0-B878-4D5F-9EDC-F1CFB63E14B5}" dt="2021-08-18T18:01:58.227" v="24" actId="20577"/>
          <ac:spMkLst>
            <pc:docMk/>
            <pc:sldMk cId="1385553969" sldId="302"/>
            <ac:spMk id="11" creationId="{84F5ABFD-B4D4-43FF-959F-AFAF45B45269}"/>
          </ac:spMkLst>
        </pc:spChg>
      </pc:sldChg>
      <pc:sldChg chg="modSp mod setBg">
        <pc:chgData name="annaasgaraly@ibm.com" userId="" providerId="" clId="Web-{CC69BAD0-B878-4D5F-9EDC-F1CFB63E14B5}" dt="2021-08-18T18:06:05.307" v="73"/>
        <pc:sldMkLst>
          <pc:docMk/>
          <pc:sldMk cId="334532777" sldId="303"/>
        </pc:sldMkLst>
        <pc:spChg chg="mod">
          <ac:chgData name="annaasgaraly@ibm.com" userId="" providerId="" clId="Web-{CC69BAD0-B878-4D5F-9EDC-F1CFB63E14B5}" dt="2021-08-18T18:02:16.337" v="29" actId="20577"/>
          <ac:spMkLst>
            <pc:docMk/>
            <pc:sldMk cId="334532777" sldId="303"/>
            <ac:spMk id="3" creationId="{519FC08B-7D2E-43A5-A528-821DCDCCCC82}"/>
          </ac:spMkLst>
        </pc:spChg>
      </pc:sldChg>
      <pc:sldChg chg="modSp mod setBg">
        <pc:chgData name="annaasgaraly@ibm.com" userId="" providerId="" clId="Web-{CC69BAD0-B878-4D5F-9EDC-F1CFB63E14B5}" dt="2021-08-18T18:06:16.105" v="77"/>
        <pc:sldMkLst>
          <pc:docMk/>
          <pc:sldMk cId="3869789237" sldId="304"/>
        </pc:sldMkLst>
        <pc:spChg chg="mod">
          <ac:chgData name="annaasgaraly@ibm.com" userId="" providerId="" clId="Web-{CC69BAD0-B878-4D5F-9EDC-F1CFB63E14B5}" dt="2021-08-18T18:02:32.448" v="33" actId="20577"/>
          <ac:spMkLst>
            <pc:docMk/>
            <pc:sldMk cId="3869789237" sldId="304"/>
            <ac:spMk id="4" creationId="{B6CCD949-E788-4375-9B07-478FA5684BC1}"/>
          </ac:spMkLst>
        </pc:spChg>
      </pc:sldChg>
      <pc:sldChg chg="modSp mod setBg">
        <pc:chgData name="annaasgaraly@ibm.com" userId="" providerId="" clId="Web-{CC69BAD0-B878-4D5F-9EDC-F1CFB63E14B5}" dt="2021-08-18T18:06:16.339" v="78"/>
        <pc:sldMkLst>
          <pc:docMk/>
          <pc:sldMk cId="80090182" sldId="305"/>
        </pc:sldMkLst>
        <pc:spChg chg="mod">
          <ac:chgData name="annaasgaraly@ibm.com" userId="" providerId="" clId="Web-{CC69BAD0-B878-4D5F-9EDC-F1CFB63E14B5}" dt="2021-08-18T18:02:36.167" v="34" actId="20577"/>
          <ac:spMkLst>
            <pc:docMk/>
            <pc:sldMk cId="80090182" sldId="305"/>
            <ac:spMk id="4" creationId="{D4811A61-F7FB-4B19-9ED1-E0E2554A5BE8}"/>
          </ac:spMkLst>
        </pc:spChg>
      </pc:sldChg>
      <pc:sldChg chg="modSp mod setBg">
        <pc:chgData name="annaasgaraly@ibm.com" userId="" providerId="" clId="Web-{CC69BAD0-B878-4D5F-9EDC-F1CFB63E14B5}" dt="2021-08-18T18:06:16.792" v="80"/>
        <pc:sldMkLst>
          <pc:docMk/>
          <pc:sldMk cId="3145340593" sldId="306"/>
        </pc:sldMkLst>
        <pc:spChg chg="mod">
          <ac:chgData name="annaasgaraly@ibm.com" userId="" providerId="" clId="Web-{CC69BAD0-B878-4D5F-9EDC-F1CFB63E14B5}" dt="2021-08-18T18:02:44.230" v="36" actId="20577"/>
          <ac:spMkLst>
            <pc:docMk/>
            <pc:sldMk cId="3145340593" sldId="306"/>
            <ac:spMk id="4" creationId="{AFE7D9E4-306D-49E3-9AC4-15D566FC72AD}"/>
          </ac:spMkLst>
        </pc:spChg>
      </pc:sldChg>
      <pc:sldChg chg="modSp mod setBg">
        <pc:chgData name="annaasgaraly@ibm.com" userId="" providerId="" clId="Web-{CC69BAD0-B878-4D5F-9EDC-F1CFB63E14B5}" dt="2021-08-18T18:06:16.574" v="79"/>
        <pc:sldMkLst>
          <pc:docMk/>
          <pc:sldMk cId="1106727586" sldId="307"/>
        </pc:sldMkLst>
        <pc:spChg chg="mod">
          <ac:chgData name="annaasgaraly@ibm.com" userId="" providerId="" clId="Web-{CC69BAD0-B878-4D5F-9EDC-F1CFB63E14B5}" dt="2021-08-18T18:02:39.823" v="35" actId="20577"/>
          <ac:spMkLst>
            <pc:docMk/>
            <pc:sldMk cId="1106727586" sldId="307"/>
            <ac:spMk id="4" creationId="{021C109C-C017-4D19-928F-AED25AC30125}"/>
          </ac:spMkLst>
        </pc:spChg>
      </pc:sldChg>
      <pc:sldChg chg="modSp mod setBg">
        <pc:chgData name="annaasgaraly@ibm.com" userId="" providerId="" clId="Web-{CC69BAD0-B878-4D5F-9EDC-F1CFB63E14B5}" dt="2021-08-18T18:06:17.011" v="81"/>
        <pc:sldMkLst>
          <pc:docMk/>
          <pc:sldMk cId="706594483" sldId="308"/>
        </pc:sldMkLst>
        <pc:spChg chg="mod">
          <ac:chgData name="annaasgaraly@ibm.com" userId="" providerId="" clId="Web-{CC69BAD0-B878-4D5F-9EDC-F1CFB63E14B5}" dt="2021-08-18T18:02:47.433" v="37" actId="20577"/>
          <ac:spMkLst>
            <pc:docMk/>
            <pc:sldMk cId="706594483" sldId="308"/>
            <ac:spMk id="4" creationId="{6D35FD2D-1BD2-45D7-B015-1A96C241520B}"/>
          </ac:spMkLst>
        </pc:spChg>
      </pc:sldChg>
      <pc:sldChg chg="modSp mod setBg">
        <pc:chgData name="annaasgaraly@ibm.com" userId="" providerId="" clId="Web-{CC69BAD0-B878-4D5F-9EDC-F1CFB63E14B5}" dt="2021-08-18T18:06:30.090" v="83"/>
        <pc:sldMkLst>
          <pc:docMk/>
          <pc:sldMk cId="1794738657" sldId="309"/>
        </pc:sldMkLst>
        <pc:spChg chg="mod">
          <ac:chgData name="annaasgaraly@ibm.com" userId="" providerId="" clId="Web-{CC69BAD0-B878-4D5F-9EDC-F1CFB63E14B5}" dt="2021-08-18T18:03:04.872" v="39" actId="20577"/>
          <ac:spMkLst>
            <pc:docMk/>
            <pc:sldMk cId="1794738657" sldId="309"/>
            <ac:spMk id="3" creationId="{557C8CBA-1A0E-4CDF-A451-7AAA44D39839}"/>
          </ac:spMkLst>
        </pc:spChg>
      </pc:sldChg>
      <pc:sldChg chg="modSp mod setBg">
        <pc:chgData name="annaasgaraly@ibm.com" userId="" providerId="" clId="Web-{CC69BAD0-B878-4D5F-9EDC-F1CFB63E14B5}" dt="2021-08-18T18:06:30.309" v="84"/>
        <pc:sldMkLst>
          <pc:docMk/>
          <pc:sldMk cId="4010014743" sldId="310"/>
        </pc:sldMkLst>
        <pc:spChg chg="mod">
          <ac:chgData name="annaasgaraly@ibm.com" userId="" providerId="" clId="Web-{CC69BAD0-B878-4D5F-9EDC-F1CFB63E14B5}" dt="2021-08-18T18:03:08.919" v="40" actId="20577"/>
          <ac:spMkLst>
            <pc:docMk/>
            <pc:sldMk cId="4010014743" sldId="310"/>
            <ac:spMk id="3" creationId="{FD161C47-0660-416F-B4C2-25E4D35D69FD}"/>
          </ac:spMkLst>
        </pc:spChg>
      </pc:sldChg>
      <pc:sldChg chg="modSp mod setBg">
        <pc:chgData name="annaasgaraly@ibm.com" userId="" providerId="" clId="Web-{CC69BAD0-B878-4D5F-9EDC-F1CFB63E14B5}" dt="2021-08-18T18:06:30.528" v="85"/>
        <pc:sldMkLst>
          <pc:docMk/>
          <pc:sldMk cId="2735560525" sldId="311"/>
        </pc:sldMkLst>
        <pc:spChg chg="mod">
          <ac:chgData name="annaasgaraly@ibm.com" userId="" providerId="" clId="Web-{CC69BAD0-B878-4D5F-9EDC-F1CFB63E14B5}" dt="2021-08-18T18:03:12.388" v="41" actId="20577"/>
          <ac:spMkLst>
            <pc:docMk/>
            <pc:sldMk cId="2735560525" sldId="311"/>
            <ac:spMk id="3" creationId="{AFD52E17-48CB-4D60-BD56-71D197A29B38}"/>
          </ac:spMkLst>
        </pc:spChg>
      </pc:sldChg>
      <pc:sldChg chg="modSp mod setBg">
        <pc:chgData name="annaasgaraly@ibm.com" userId="" providerId="" clId="Web-{CC69BAD0-B878-4D5F-9EDC-F1CFB63E14B5}" dt="2021-08-18T18:06:30.762" v="86"/>
        <pc:sldMkLst>
          <pc:docMk/>
          <pc:sldMk cId="1434679925" sldId="312"/>
        </pc:sldMkLst>
        <pc:spChg chg="mod">
          <ac:chgData name="annaasgaraly@ibm.com" userId="" providerId="" clId="Web-{CC69BAD0-B878-4D5F-9EDC-F1CFB63E14B5}" dt="2021-08-18T18:03:16.498" v="43" actId="20577"/>
          <ac:spMkLst>
            <pc:docMk/>
            <pc:sldMk cId="1434679925" sldId="312"/>
            <ac:spMk id="3" creationId="{7F12CD3C-55B3-4129-817A-84D0B28F713E}"/>
          </ac:spMkLst>
        </pc:spChg>
      </pc:sldChg>
      <pc:sldChg chg="modSp mod setBg">
        <pc:chgData name="annaasgaraly@ibm.com" userId="" providerId="" clId="Web-{CC69BAD0-B878-4D5F-9EDC-F1CFB63E14B5}" dt="2021-08-18T18:06:31.231" v="88"/>
        <pc:sldMkLst>
          <pc:docMk/>
          <pc:sldMk cId="1756972646" sldId="313"/>
        </pc:sldMkLst>
        <pc:spChg chg="mod">
          <ac:chgData name="annaasgaraly@ibm.com" userId="" providerId="" clId="Web-{CC69BAD0-B878-4D5F-9EDC-F1CFB63E14B5}" dt="2021-08-18T18:03:25.624" v="45" actId="20577"/>
          <ac:spMkLst>
            <pc:docMk/>
            <pc:sldMk cId="1756972646" sldId="313"/>
            <ac:spMk id="3" creationId="{79B32320-42D4-49FA-8047-C080B444B3AE}"/>
          </ac:spMkLst>
        </pc:spChg>
      </pc:sldChg>
      <pc:sldChg chg="modSp mod setBg">
        <pc:chgData name="annaasgaraly@ibm.com" userId="" providerId="" clId="Web-{CC69BAD0-B878-4D5F-9EDC-F1CFB63E14B5}" dt="2021-08-18T18:06:30.997" v="87"/>
        <pc:sldMkLst>
          <pc:docMk/>
          <pc:sldMk cId="639399535" sldId="314"/>
        </pc:sldMkLst>
        <pc:spChg chg="mod">
          <ac:chgData name="annaasgaraly@ibm.com" userId="" providerId="" clId="Web-{CC69BAD0-B878-4D5F-9EDC-F1CFB63E14B5}" dt="2021-08-18T18:03:19.357" v="44" actId="20577"/>
          <ac:spMkLst>
            <pc:docMk/>
            <pc:sldMk cId="639399535" sldId="314"/>
            <ac:spMk id="8" creationId="{952C2E9C-C6BE-40BD-A406-CFB441363CBA}"/>
          </ac:spMkLst>
        </pc:spChg>
      </pc:sldChg>
      <pc:sldChg chg="modSp mod setBg">
        <pc:chgData name="annaasgaraly@ibm.com" userId="" providerId="" clId="Web-{CC69BAD0-B878-4D5F-9EDC-F1CFB63E14B5}" dt="2021-08-18T18:06:31.465" v="89"/>
        <pc:sldMkLst>
          <pc:docMk/>
          <pc:sldMk cId="3566646398" sldId="315"/>
        </pc:sldMkLst>
        <pc:spChg chg="mod">
          <ac:chgData name="annaasgaraly@ibm.com" userId="" providerId="" clId="Web-{CC69BAD0-B878-4D5F-9EDC-F1CFB63E14B5}" dt="2021-08-18T18:03:29.249" v="46" actId="20577"/>
          <ac:spMkLst>
            <pc:docMk/>
            <pc:sldMk cId="3566646398" sldId="315"/>
            <ac:spMk id="3" creationId="{2A7EB98F-A25F-4357-9775-478FC17F7F83}"/>
          </ac:spMkLst>
        </pc:spChg>
      </pc:sldChg>
      <pc:sldChg chg="modSp mod setBg">
        <pc:chgData name="annaasgaraly@ibm.com" userId="" providerId="" clId="Web-{CC69BAD0-B878-4D5F-9EDC-F1CFB63E14B5}" dt="2021-08-18T18:06:31.684" v="90"/>
        <pc:sldMkLst>
          <pc:docMk/>
          <pc:sldMk cId="1398439132" sldId="316"/>
        </pc:sldMkLst>
        <pc:spChg chg="mod">
          <ac:chgData name="annaasgaraly@ibm.com" userId="" providerId="" clId="Web-{CC69BAD0-B878-4D5F-9EDC-F1CFB63E14B5}" dt="2021-08-18T18:03:33.077" v="48" actId="20577"/>
          <ac:spMkLst>
            <pc:docMk/>
            <pc:sldMk cId="1398439132" sldId="316"/>
            <ac:spMk id="3" creationId="{964DA114-677C-40D8-8FFA-43531834CFBF}"/>
          </ac:spMkLst>
        </pc:spChg>
      </pc:sldChg>
      <pc:sldChg chg="modSp mod setBg">
        <pc:chgData name="annaasgaraly@ibm.com" userId="" providerId="" clId="Web-{CC69BAD0-B878-4D5F-9EDC-F1CFB63E14B5}" dt="2021-08-18T18:06:31.924" v="91"/>
        <pc:sldMkLst>
          <pc:docMk/>
          <pc:sldMk cId="3975168428" sldId="317"/>
        </pc:sldMkLst>
        <pc:spChg chg="mod">
          <ac:chgData name="annaasgaraly@ibm.com" userId="" providerId="" clId="Web-{CC69BAD0-B878-4D5F-9EDC-F1CFB63E14B5}" dt="2021-08-18T18:03:35.999" v="49" actId="20577"/>
          <ac:spMkLst>
            <pc:docMk/>
            <pc:sldMk cId="3975168428" sldId="317"/>
            <ac:spMk id="3" creationId="{04523243-E4D6-45EC-97C8-D44398FB7417}"/>
          </ac:spMkLst>
        </pc:spChg>
      </pc:sldChg>
      <pc:sldChg chg="modSp mod setBg">
        <pc:chgData name="annaasgaraly@ibm.com" userId="" providerId="" clId="Web-{CC69BAD0-B878-4D5F-9EDC-F1CFB63E14B5}" dt="2021-08-18T18:06:40.716" v="93"/>
        <pc:sldMkLst>
          <pc:docMk/>
          <pc:sldMk cId="239597884" sldId="318"/>
        </pc:sldMkLst>
        <pc:spChg chg="mod">
          <ac:chgData name="annaasgaraly@ibm.com" userId="" providerId="" clId="Web-{CC69BAD0-B878-4D5F-9EDC-F1CFB63E14B5}" dt="2021-08-18T18:03:41.906" v="51" actId="20577"/>
          <ac:spMkLst>
            <pc:docMk/>
            <pc:sldMk cId="239597884" sldId="318"/>
            <ac:spMk id="8" creationId="{2E0ECA32-E146-40DA-85CD-9677244BC3EC}"/>
          </ac:spMkLst>
        </pc:spChg>
      </pc:sldChg>
      <pc:sldChg chg="modSp mod setBg">
        <pc:chgData name="annaasgaraly@ibm.com" userId="" providerId="" clId="Web-{CC69BAD0-B878-4D5F-9EDC-F1CFB63E14B5}" dt="2021-08-18T18:06:40.950" v="94"/>
        <pc:sldMkLst>
          <pc:docMk/>
          <pc:sldMk cId="232499080" sldId="319"/>
        </pc:sldMkLst>
        <pc:spChg chg="mod">
          <ac:chgData name="annaasgaraly@ibm.com" userId="" providerId="" clId="Web-{CC69BAD0-B878-4D5F-9EDC-F1CFB63E14B5}" dt="2021-08-18T18:03:44.922" v="52" actId="20577"/>
          <ac:spMkLst>
            <pc:docMk/>
            <pc:sldMk cId="232499080" sldId="319"/>
            <ac:spMk id="8" creationId="{34C97452-C78A-4701-B8AB-ABFE63D5BEDE}"/>
          </ac:spMkLst>
        </pc:spChg>
      </pc:sldChg>
      <pc:sldChg chg="modSp mod setBg">
        <pc:chgData name="annaasgaraly@ibm.com" userId="" providerId="" clId="Web-{CC69BAD0-B878-4D5F-9EDC-F1CFB63E14B5}" dt="2021-08-18T18:06:57.123" v="99"/>
        <pc:sldMkLst>
          <pc:docMk/>
          <pc:sldMk cId="3645034231" sldId="320"/>
        </pc:sldMkLst>
        <pc:spChg chg="mod">
          <ac:chgData name="annaasgaraly@ibm.com" userId="" providerId="" clId="Web-{CC69BAD0-B878-4D5F-9EDC-F1CFB63E14B5}" dt="2021-08-18T18:04:07.830" v="57" actId="20577"/>
          <ac:spMkLst>
            <pc:docMk/>
            <pc:sldMk cId="3645034231" sldId="320"/>
            <ac:spMk id="9" creationId="{533106AC-60D7-46AE-8E64-7B84ABDBD099}"/>
          </ac:spMkLst>
        </pc:spChg>
      </pc:sldChg>
      <pc:sldChg chg="mod setBg">
        <pc:chgData name="annaasgaraly@ibm.com" userId="" providerId="" clId="Web-{CC69BAD0-B878-4D5F-9EDC-F1CFB63E14B5}" dt="2021-08-18T17:50:55.553" v="5"/>
        <pc:sldMkLst>
          <pc:docMk/>
          <pc:sldMk cId="733461713" sldId="321"/>
        </pc:sldMkLst>
      </pc:sldChg>
      <pc:sldChg chg="modSp mod setBg">
        <pc:chgData name="annaasgaraly@ibm.com" userId="" providerId="" clId="Web-{CC69BAD0-B878-4D5F-9EDC-F1CFB63E14B5}" dt="2021-08-18T18:06:49.263" v="98"/>
        <pc:sldMkLst>
          <pc:docMk/>
          <pc:sldMk cId="700132931" sldId="322"/>
        </pc:sldMkLst>
        <pc:spChg chg="mod">
          <ac:chgData name="annaasgaraly@ibm.com" userId="" providerId="" clId="Web-{CC69BAD0-B878-4D5F-9EDC-F1CFB63E14B5}" dt="2021-08-18T18:03:48.453" v="53" actId="20577"/>
          <ac:spMkLst>
            <pc:docMk/>
            <pc:sldMk cId="700132931" sldId="322"/>
            <ac:spMk id="8" creationId="{9456A072-47A6-4424-9ABE-F398119040DD}"/>
          </ac:spMkLst>
        </pc:spChg>
      </pc:sldChg>
      <pc:sldChg chg="modSp mod setBg">
        <pc:chgData name="annaasgaraly@ibm.com" userId="" providerId="" clId="Web-{CC69BAD0-B878-4D5F-9EDC-F1CFB63E14B5}" dt="2021-08-18T18:06:48.795" v="96"/>
        <pc:sldMkLst>
          <pc:docMk/>
          <pc:sldMk cId="1866160706" sldId="323"/>
        </pc:sldMkLst>
        <pc:spChg chg="mod">
          <ac:chgData name="annaasgaraly@ibm.com" userId="" providerId="" clId="Web-{CC69BAD0-B878-4D5F-9EDC-F1CFB63E14B5}" dt="2021-08-18T18:03:52.626" v="54" actId="20577"/>
          <ac:spMkLst>
            <pc:docMk/>
            <pc:sldMk cId="1866160706" sldId="323"/>
            <ac:spMk id="8" creationId="{4EF94599-779E-457E-B57B-6063EBF7A840}"/>
          </ac:spMkLst>
        </pc:spChg>
      </pc:sldChg>
      <pc:sldChg chg="modSp mod setBg">
        <pc:chgData name="annaasgaraly@ibm.com" userId="" providerId="" clId="Web-{CC69BAD0-B878-4D5F-9EDC-F1CFB63E14B5}" dt="2021-08-18T18:06:49.029" v="97"/>
        <pc:sldMkLst>
          <pc:docMk/>
          <pc:sldMk cId="252359608" sldId="324"/>
        </pc:sldMkLst>
        <pc:spChg chg="mod">
          <ac:chgData name="annaasgaraly@ibm.com" userId="" providerId="" clId="Web-{CC69BAD0-B878-4D5F-9EDC-F1CFB63E14B5}" dt="2021-08-18T18:03:58.220" v="55" actId="20577"/>
          <ac:spMkLst>
            <pc:docMk/>
            <pc:sldMk cId="252359608" sldId="324"/>
            <ac:spMk id="12" creationId="{4D271BF5-BAA1-4CEB-A575-76A097FABBBA}"/>
          </ac:spMkLst>
        </pc:spChg>
      </pc:sldChg>
      <pc:sldChg chg="addSp modSp">
        <pc:chgData name="annaasgaraly@ibm.com" userId="" providerId="" clId="Web-{CC69BAD0-B878-4D5F-9EDC-F1CFB63E14B5}" dt="2021-08-18T18:00:11.344" v="12" actId="14100"/>
        <pc:sldMkLst>
          <pc:docMk/>
          <pc:sldMk cId="1277611629" sldId="327"/>
        </pc:sldMkLst>
        <pc:picChg chg="add mod">
          <ac:chgData name="annaasgaraly@ibm.com" userId="" providerId="" clId="Web-{CC69BAD0-B878-4D5F-9EDC-F1CFB63E14B5}" dt="2021-08-18T18:00:11.344" v="12" actId="14100"/>
          <ac:picMkLst>
            <pc:docMk/>
            <pc:sldMk cId="1277611629" sldId="327"/>
            <ac:picMk id="2" creationId="{4F94DBE5-2DCC-401E-95AA-12E04A97FBA6}"/>
          </ac:picMkLst>
        </pc:picChg>
      </pc:sldChg>
      <pc:sldChg chg="mod setBg">
        <pc:chgData name="annaasgaraly@ibm.com" userId="" providerId="" clId="Web-{CC69BAD0-B878-4D5F-9EDC-F1CFB63E14B5}" dt="2021-08-18T17:51:14.820" v="7"/>
        <pc:sldMkLst>
          <pc:docMk/>
          <pc:sldMk cId="661040741" sldId="329"/>
        </pc:sldMkLst>
      </pc:sldChg>
      <pc:sldChg chg="modSp mod setBg">
        <pc:chgData name="annaasgaraly@ibm.com" userId="" providerId="" clId="Web-{CC69BAD0-B878-4D5F-9EDC-F1CFB63E14B5}" dt="2021-08-18T18:05:53.681" v="65"/>
        <pc:sldMkLst>
          <pc:docMk/>
          <pc:sldMk cId="724038033" sldId="330"/>
        </pc:sldMkLst>
        <pc:spChg chg="mod">
          <ac:chgData name="annaasgaraly@ibm.com" userId="" providerId="" clId="Web-{CC69BAD0-B878-4D5F-9EDC-F1CFB63E14B5}" dt="2021-08-18T18:01:02.207" v="16" actId="20577"/>
          <ac:spMkLst>
            <pc:docMk/>
            <pc:sldMk cId="724038033" sldId="330"/>
            <ac:spMk id="19" creationId="{6CA66F18-AF00-434A-AB3C-61097BEAE5FA}"/>
          </ac:spMkLst>
        </pc:spChg>
      </pc:sldChg>
      <pc:sldChg chg="modSp mod setBg">
        <pc:chgData name="annaasgaraly@ibm.com" userId="" providerId="" clId="Web-{CC69BAD0-B878-4D5F-9EDC-F1CFB63E14B5}" dt="2021-08-18T18:05:53.463" v="64"/>
        <pc:sldMkLst>
          <pc:docMk/>
          <pc:sldMk cId="1980221439" sldId="331"/>
        </pc:sldMkLst>
        <pc:spChg chg="mod">
          <ac:chgData name="annaasgaraly@ibm.com" userId="" providerId="" clId="Web-{CC69BAD0-B878-4D5F-9EDC-F1CFB63E14B5}" dt="2021-08-18T18:01:34.631" v="17" actId="20577"/>
          <ac:spMkLst>
            <pc:docMk/>
            <pc:sldMk cId="1980221439" sldId="331"/>
            <ac:spMk id="19" creationId="{6CA66F18-AF00-434A-AB3C-61097BEAE5FA}"/>
          </ac:spMkLst>
        </pc:spChg>
      </pc:sldChg>
      <pc:sldChg chg="modSp mod setBg">
        <pc:chgData name="annaasgaraly@ibm.com" userId="" providerId="" clId="Web-{CC69BAD0-B878-4D5F-9EDC-F1CFB63E14B5}" dt="2021-08-18T18:05:53.228" v="63"/>
        <pc:sldMkLst>
          <pc:docMk/>
          <pc:sldMk cId="2560061391" sldId="332"/>
        </pc:sldMkLst>
        <pc:spChg chg="mod">
          <ac:chgData name="annaasgaraly@ibm.com" userId="" providerId="" clId="Web-{CC69BAD0-B878-4D5F-9EDC-F1CFB63E14B5}" dt="2021-08-18T18:01:38.944" v="18" actId="20577"/>
          <ac:spMkLst>
            <pc:docMk/>
            <pc:sldMk cId="2560061391" sldId="332"/>
            <ac:spMk id="19" creationId="{6CA66F18-AF00-434A-AB3C-61097BEAE5FA}"/>
          </ac:spMkLst>
        </pc:spChg>
      </pc:sldChg>
    </pc:docChg>
  </pc:docChgLst>
  <pc:docChgLst>
    <pc:chgData name="Ada Celik" clId="Web-{998F4E3E-1A76-4A6B-98B6-08752F3768B3}"/>
    <pc:docChg chg="modSld">
      <pc:chgData name="Ada Celik" userId="" providerId="" clId="Web-{998F4E3E-1A76-4A6B-98B6-08752F3768B3}" dt="2021-08-10T21:41:11.021" v="1" actId="20577"/>
      <pc:docMkLst>
        <pc:docMk/>
      </pc:docMkLst>
      <pc:sldChg chg="modSp">
        <pc:chgData name="Ada Celik" userId="" providerId="" clId="Web-{998F4E3E-1A76-4A6B-98B6-08752F3768B3}" dt="2021-08-10T21:41:11.021" v="1" actId="20577"/>
        <pc:sldMkLst>
          <pc:docMk/>
          <pc:sldMk cId="1277611629" sldId="327"/>
        </pc:sldMkLst>
        <pc:spChg chg="mod">
          <ac:chgData name="Ada Celik" userId="" providerId="" clId="Web-{998F4E3E-1A76-4A6B-98B6-08752F3768B3}" dt="2021-08-10T21:41:11.021" v="1" actId="20577"/>
          <ac:spMkLst>
            <pc:docMk/>
            <pc:sldMk cId="1277611629" sldId="327"/>
            <ac:spMk id="6" creationId="{2C36AF9D-A911-994B-90EA-013D4CDA5604}"/>
          </ac:spMkLst>
        </pc:spChg>
      </pc:sldChg>
    </pc:docChg>
  </pc:docChgLst>
  <pc:docChgLst>
    <pc:chgData name="Ada Celik" clId="Web-{9F30A1D2-6717-426C-A658-3A50309723ED}"/>
    <pc:docChg chg="modSld">
      <pc:chgData name="Ada Celik" userId="" providerId="" clId="Web-{9F30A1D2-6717-426C-A658-3A50309723ED}" dt="2021-08-10T21:42:35.526" v="3"/>
      <pc:docMkLst>
        <pc:docMk/>
      </pc:docMkLst>
      <pc:sldChg chg="delSp">
        <pc:chgData name="Ada Celik" userId="" providerId="" clId="Web-{9F30A1D2-6717-426C-A658-3A50309723ED}" dt="2021-08-10T21:42:35.526" v="3"/>
        <pc:sldMkLst>
          <pc:docMk/>
          <pc:sldMk cId="661040741" sldId="329"/>
        </pc:sldMkLst>
        <pc:picChg chg="del">
          <ac:chgData name="Ada Celik" userId="" providerId="" clId="Web-{9F30A1D2-6717-426C-A658-3A50309723ED}" dt="2021-08-10T21:42:35.526" v="3"/>
          <ac:picMkLst>
            <pc:docMk/>
            <pc:sldMk cId="661040741" sldId="329"/>
            <ac:picMk id="8" creationId="{F88AB437-E43C-436D-B35E-51887C103800}"/>
          </ac:picMkLst>
        </pc:picChg>
        <pc:picChg chg="del">
          <ac:chgData name="Ada Celik" userId="" providerId="" clId="Web-{9F30A1D2-6717-426C-A658-3A50309723ED}" dt="2021-08-10T21:42:35.526" v="2"/>
          <ac:picMkLst>
            <pc:docMk/>
            <pc:sldMk cId="661040741" sldId="329"/>
            <ac:picMk id="9" creationId="{89FBF71A-DDF5-4BAA-B9B5-91B4675FF80E}"/>
          </ac:picMkLst>
        </pc:picChg>
        <pc:picChg chg="del">
          <ac:chgData name="Ada Celik" userId="" providerId="" clId="Web-{9F30A1D2-6717-426C-A658-3A50309723ED}" dt="2021-08-10T21:42:35.526" v="1"/>
          <ac:picMkLst>
            <pc:docMk/>
            <pc:sldMk cId="661040741" sldId="329"/>
            <ac:picMk id="10" creationId="{225AE237-9A47-4E0B-AE8A-DD0CED30B39D}"/>
          </ac:picMkLst>
        </pc:picChg>
        <pc:picChg chg="del">
          <ac:chgData name="Ada Celik" userId="" providerId="" clId="Web-{9F30A1D2-6717-426C-A658-3A50309723ED}" dt="2021-08-10T21:42:35.526" v="0"/>
          <ac:picMkLst>
            <pc:docMk/>
            <pc:sldMk cId="661040741" sldId="329"/>
            <ac:picMk id="11" creationId="{E1021DDF-7C74-4FD8-AE38-AFFCC057C8C2}"/>
          </ac:picMkLst>
        </pc:picChg>
      </pc:sldChg>
    </pc:docChg>
  </pc:docChgLst>
  <pc:docChgLst>
    <pc:chgData name="YAN LUO" clId="Web-{B63C8988-E1D3-4A52-8229-FA8C5EBD2ECD}"/>
    <pc:docChg chg="delSld modSld">
      <pc:chgData name="YAN LUO" userId="" providerId="" clId="Web-{B63C8988-E1D3-4A52-8229-FA8C5EBD2ECD}" dt="2021-08-19T14:01:44.876" v="206" actId="20577"/>
      <pc:docMkLst>
        <pc:docMk/>
      </pc:docMkLst>
      <pc:sldChg chg="modSp">
        <pc:chgData name="YAN LUO" userId="" providerId="" clId="Web-{B63C8988-E1D3-4A52-8229-FA8C5EBD2ECD}" dt="2021-08-19T13:47:23.458" v="93" actId="20577"/>
        <pc:sldMkLst>
          <pc:docMk/>
          <pc:sldMk cId="1578726356" sldId="265"/>
        </pc:sldMkLst>
        <pc:spChg chg="mod">
          <ac:chgData name="YAN LUO" userId="" providerId="" clId="Web-{B63C8988-E1D3-4A52-8229-FA8C5EBD2ECD}" dt="2021-08-19T13:47:23.458" v="93" actId="20577"/>
          <ac:spMkLst>
            <pc:docMk/>
            <pc:sldMk cId="1578726356" sldId="265"/>
            <ac:spMk id="5" creationId="{1B07C49E-AFFC-EC46-8930-E4D428F5F943}"/>
          </ac:spMkLst>
        </pc:spChg>
      </pc:sldChg>
      <pc:sldChg chg="modSp">
        <pc:chgData name="YAN LUO" userId="" providerId="" clId="Web-{B63C8988-E1D3-4A52-8229-FA8C5EBD2ECD}" dt="2021-08-19T13:46:56.520" v="49" actId="20577"/>
        <pc:sldMkLst>
          <pc:docMk/>
          <pc:sldMk cId="779971636" sldId="266"/>
        </pc:sldMkLst>
        <pc:spChg chg="mod">
          <ac:chgData name="YAN LUO" userId="" providerId="" clId="Web-{B63C8988-E1D3-4A52-8229-FA8C5EBD2ECD}" dt="2021-08-19T13:46:56.520" v="49" actId="20577"/>
          <ac:spMkLst>
            <pc:docMk/>
            <pc:sldMk cId="779971636" sldId="266"/>
            <ac:spMk id="5" creationId="{1B07C49E-AFFC-EC46-8930-E4D428F5F943}"/>
          </ac:spMkLst>
        </pc:spChg>
      </pc:sldChg>
      <pc:sldChg chg="del">
        <pc:chgData name="YAN LUO" userId="" providerId="" clId="Web-{B63C8988-E1D3-4A52-8229-FA8C5EBD2ECD}" dt="2021-08-19T13:52:20.775" v="94"/>
        <pc:sldMkLst>
          <pc:docMk/>
          <pc:sldMk cId="3181088097" sldId="278"/>
        </pc:sldMkLst>
      </pc:sldChg>
      <pc:sldChg chg="addSp delSp modSp">
        <pc:chgData name="YAN LUO" userId="" providerId="" clId="Web-{B63C8988-E1D3-4A52-8229-FA8C5EBD2ECD}" dt="2021-08-19T13:45:42.691" v="30" actId="20577"/>
        <pc:sldMkLst>
          <pc:docMk/>
          <pc:sldMk cId="280316088" sldId="299"/>
        </pc:sldMkLst>
        <pc:spChg chg="add del mod ord">
          <ac:chgData name="YAN LUO" userId="" providerId="" clId="Web-{B63C8988-E1D3-4A52-8229-FA8C5EBD2ECD}" dt="2021-08-19T13:21:31.149" v="16"/>
          <ac:spMkLst>
            <pc:docMk/>
            <pc:sldMk cId="280316088" sldId="299"/>
            <ac:spMk id="2" creationId="{310FB1D8-F945-4835-A7ED-A9DCB8CE099D}"/>
          </ac:spMkLst>
        </pc:spChg>
        <pc:spChg chg="mod">
          <ac:chgData name="YAN LUO" userId="" providerId="" clId="Web-{B63C8988-E1D3-4A52-8229-FA8C5EBD2ECD}" dt="2021-08-19T13:45:42.691" v="30" actId="20577"/>
          <ac:spMkLst>
            <pc:docMk/>
            <pc:sldMk cId="280316088" sldId="299"/>
            <ac:spMk id="5" creationId="{1B07C49E-AFFC-EC46-8930-E4D428F5F943}"/>
          </ac:spMkLst>
        </pc:spChg>
      </pc:sldChg>
      <pc:sldChg chg="addSp delSp modSp">
        <pc:chgData name="YAN LUO" userId="" providerId="" clId="Web-{B63C8988-E1D3-4A52-8229-FA8C5EBD2ECD}" dt="2021-08-19T13:53:50.338" v="96" actId="20577"/>
        <pc:sldMkLst>
          <pc:docMk/>
          <pc:sldMk cId="1385553969" sldId="302"/>
        </pc:sldMkLst>
        <pc:spChg chg="add mod">
          <ac:chgData name="YAN LUO" userId="" providerId="" clId="Web-{B63C8988-E1D3-4A52-8229-FA8C5EBD2ECD}" dt="2021-08-19T13:53:50.338" v="96" actId="20577"/>
          <ac:spMkLst>
            <pc:docMk/>
            <pc:sldMk cId="1385553969" sldId="302"/>
            <ac:spMk id="2" creationId="{8B78C759-C687-440F-8CAE-D3071F1AB630}"/>
          </ac:spMkLst>
        </pc:spChg>
        <pc:spChg chg="mod">
          <ac:chgData name="YAN LUO" userId="" providerId="" clId="Web-{B63C8988-E1D3-4A52-8229-FA8C5EBD2ECD}" dt="2021-08-19T13:46:07.426" v="35" actId="20577"/>
          <ac:spMkLst>
            <pc:docMk/>
            <pc:sldMk cId="1385553969" sldId="302"/>
            <ac:spMk id="3" creationId="{AB0AB2AC-B7E6-6849-9AE9-697369407F8F}"/>
          </ac:spMkLst>
        </pc:spChg>
        <pc:spChg chg="add del">
          <ac:chgData name="YAN LUO" userId="" providerId="" clId="Web-{B63C8988-E1D3-4A52-8229-FA8C5EBD2ECD}" dt="2021-08-19T13:46:27.739" v="39"/>
          <ac:spMkLst>
            <pc:docMk/>
            <pc:sldMk cId="1385553969" sldId="302"/>
            <ac:spMk id="5" creationId="{B2BB333C-3C82-48BA-A090-59BE99C64735}"/>
          </ac:spMkLst>
        </pc:spChg>
        <pc:spChg chg="del">
          <ac:chgData name="YAN LUO" userId="" providerId="" clId="Web-{B63C8988-E1D3-4A52-8229-FA8C5EBD2ECD}" dt="2021-08-19T13:46:24.129" v="36"/>
          <ac:spMkLst>
            <pc:docMk/>
            <pc:sldMk cId="1385553969" sldId="302"/>
            <ac:spMk id="15" creationId="{302614DC-FBA1-44E3-9E89-23C80E7E6998}"/>
          </ac:spMkLst>
        </pc:spChg>
      </pc:sldChg>
      <pc:sldChg chg="modSp">
        <pc:chgData name="YAN LUO" userId="" providerId="" clId="Web-{B63C8988-E1D3-4A52-8229-FA8C5EBD2ECD}" dt="2021-08-19T13:55:45.293" v="141" actId="20577"/>
        <pc:sldMkLst>
          <pc:docMk/>
          <pc:sldMk cId="1434679925" sldId="312"/>
        </pc:sldMkLst>
        <pc:spChg chg="mod">
          <ac:chgData name="YAN LUO" userId="" providerId="" clId="Web-{B63C8988-E1D3-4A52-8229-FA8C5EBD2ECD}" dt="2021-08-19T13:55:45.293" v="141" actId="20577"/>
          <ac:spMkLst>
            <pc:docMk/>
            <pc:sldMk cId="1434679925" sldId="312"/>
            <ac:spMk id="5" creationId="{1B07C49E-AFFC-EC46-8930-E4D428F5F943}"/>
          </ac:spMkLst>
        </pc:spChg>
      </pc:sldChg>
      <pc:sldChg chg="modSp">
        <pc:chgData name="YAN LUO" userId="" providerId="" clId="Web-{B63C8988-E1D3-4A52-8229-FA8C5EBD2ECD}" dt="2021-08-19T13:56:18.809" v="184" actId="20577"/>
        <pc:sldMkLst>
          <pc:docMk/>
          <pc:sldMk cId="639399535" sldId="314"/>
        </pc:sldMkLst>
        <pc:spChg chg="mod">
          <ac:chgData name="YAN LUO" userId="" providerId="" clId="Web-{B63C8988-E1D3-4A52-8229-FA8C5EBD2ECD}" dt="2021-08-19T13:56:18.809" v="184" actId="20577"/>
          <ac:spMkLst>
            <pc:docMk/>
            <pc:sldMk cId="639399535" sldId="314"/>
            <ac:spMk id="5" creationId="{1B07C49E-AFFC-EC46-8930-E4D428F5F943}"/>
          </ac:spMkLst>
        </pc:spChg>
      </pc:sldChg>
      <pc:sldChg chg="modSp">
        <pc:chgData name="YAN LUO" userId="" providerId="" clId="Web-{B63C8988-E1D3-4A52-8229-FA8C5EBD2ECD}" dt="2021-08-19T14:01:44.876" v="206" actId="20577"/>
        <pc:sldMkLst>
          <pc:docMk/>
          <pc:sldMk cId="1398439132" sldId="316"/>
        </pc:sldMkLst>
        <pc:spChg chg="mod">
          <ac:chgData name="YAN LUO" userId="" providerId="" clId="Web-{B63C8988-E1D3-4A52-8229-FA8C5EBD2ECD}" dt="2021-08-19T14:01:44.876" v="206" actId="20577"/>
          <ac:spMkLst>
            <pc:docMk/>
            <pc:sldMk cId="1398439132" sldId="316"/>
            <ac:spMk id="5" creationId="{1B07C49E-AFFC-EC46-8930-E4D428F5F943}"/>
          </ac:spMkLst>
        </pc:spChg>
      </pc:sldChg>
    </pc:docChg>
  </pc:docChgLst>
  <pc:docChgLst>
    <pc:chgData name="annaasgaraly@ibm.com" clId="Web-{3BA0D230-C853-4667-83F9-D85E65BD4B24}"/>
    <pc:docChg chg="modSld">
      <pc:chgData name="annaasgaraly@ibm.com" userId="" providerId="" clId="Web-{3BA0D230-C853-4667-83F9-D85E65BD4B24}" dt="2021-08-19T16:32:24.566" v="1"/>
      <pc:docMkLst>
        <pc:docMk/>
      </pc:docMkLst>
      <pc:sldChg chg="mod setBg">
        <pc:chgData name="annaasgaraly@ibm.com" userId="" providerId="" clId="Web-{3BA0D230-C853-4667-83F9-D85E65BD4B24}" dt="2021-08-19T16:32:24.566" v="1"/>
        <pc:sldMkLst>
          <pc:docMk/>
          <pc:sldMk cId="178270660" sldId="284"/>
        </pc:sldMkLst>
      </pc:sldChg>
      <pc:sldChg chg="mod setBg">
        <pc:chgData name="annaasgaraly@ibm.com" userId="" providerId="" clId="Web-{3BA0D230-C853-4667-83F9-D85E65BD4B24}" dt="2021-08-19T16:32:07.268" v="0"/>
        <pc:sldMkLst>
          <pc:docMk/>
          <pc:sldMk cId="1023352497" sldId="294"/>
        </pc:sldMkLst>
      </pc:sldChg>
    </pc:docChg>
  </pc:docChgLst>
  <pc:docChgLst>
    <pc:chgData name="YAN LUO" clId="Web-{86B35720-4193-446F-B2D5-9AD9984A55EF}"/>
    <pc:docChg chg="modSld">
      <pc:chgData name="YAN LUO" userId="" providerId="" clId="Web-{86B35720-4193-446F-B2D5-9AD9984A55EF}" dt="2021-08-19T14:59:05.021" v="263" actId="20577"/>
      <pc:docMkLst>
        <pc:docMk/>
      </pc:docMkLst>
      <pc:sldChg chg="modSp">
        <pc:chgData name="YAN LUO" userId="" providerId="" clId="Web-{86B35720-4193-446F-B2D5-9AD9984A55EF}" dt="2021-08-19T14:59:05.021" v="263" actId="20577"/>
        <pc:sldMkLst>
          <pc:docMk/>
          <pc:sldMk cId="2459446073" sldId="289"/>
        </pc:sldMkLst>
        <pc:spChg chg="mod">
          <ac:chgData name="YAN LUO" userId="" providerId="" clId="Web-{86B35720-4193-446F-B2D5-9AD9984A55EF}" dt="2021-08-19T14:59:05.021" v="263" actId="20577"/>
          <ac:spMkLst>
            <pc:docMk/>
            <pc:sldMk cId="2459446073" sldId="289"/>
            <ac:spMk id="5" creationId="{1B07C49E-AFFC-EC46-8930-E4D428F5F943}"/>
          </ac:spMkLst>
        </pc:spChg>
      </pc:sldChg>
      <pc:sldChg chg="modSp">
        <pc:chgData name="YAN LUO" userId="" providerId="" clId="Web-{86B35720-4193-446F-B2D5-9AD9984A55EF}" dt="2021-08-19T14:15:37.479" v="115" actId="20577"/>
        <pc:sldMkLst>
          <pc:docMk/>
          <pc:sldMk cId="981671777" sldId="296"/>
        </pc:sldMkLst>
        <pc:spChg chg="mod">
          <ac:chgData name="YAN LUO" userId="" providerId="" clId="Web-{86B35720-4193-446F-B2D5-9AD9984A55EF}" dt="2021-08-19T14:15:37.479" v="115" actId="20577"/>
          <ac:spMkLst>
            <pc:docMk/>
            <pc:sldMk cId="981671777" sldId="296"/>
            <ac:spMk id="5" creationId="{85D9F803-CDBC-C74C-AF1B-2B5937D1C241}"/>
          </ac:spMkLst>
        </pc:spChg>
      </pc:sldChg>
      <pc:sldChg chg="modSp">
        <pc:chgData name="YAN LUO" userId="" providerId="" clId="Web-{86B35720-4193-446F-B2D5-9AD9984A55EF}" dt="2021-08-19T14:07:37.968" v="1" actId="20577"/>
        <pc:sldMkLst>
          <pc:docMk/>
          <pc:sldMk cId="1398439132" sldId="316"/>
        </pc:sldMkLst>
        <pc:spChg chg="mod">
          <ac:chgData name="YAN LUO" userId="" providerId="" clId="Web-{86B35720-4193-446F-B2D5-9AD9984A55EF}" dt="2021-08-19T14:07:37.968" v="1" actId="20577"/>
          <ac:spMkLst>
            <pc:docMk/>
            <pc:sldMk cId="1398439132" sldId="316"/>
            <ac:spMk id="5" creationId="{1B07C49E-AFFC-EC46-8930-E4D428F5F943}"/>
          </ac:spMkLst>
        </pc:spChg>
      </pc:sldChg>
      <pc:sldChg chg="modSp">
        <pc:chgData name="YAN LUO" userId="" providerId="" clId="Web-{86B35720-4193-446F-B2D5-9AD9984A55EF}" dt="2021-08-19T14:12:24.459" v="39" actId="20577"/>
        <pc:sldMkLst>
          <pc:docMk/>
          <pc:sldMk cId="3975168428" sldId="317"/>
        </pc:sldMkLst>
        <pc:spChg chg="mod">
          <ac:chgData name="YAN LUO" userId="" providerId="" clId="Web-{86B35720-4193-446F-B2D5-9AD9984A55EF}" dt="2021-08-19T14:10:01.737" v="18" actId="20577"/>
          <ac:spMkLst>
            <pc:docMk/>
            <pc:sldMk cId="3975168428" sldId="317"/>
            <ac:spMk id="3" creationId="{04523243-E4D6-45EC-97C8-D44398FB7417}"/>
          </ac:spMkLst>
        </pc:spChg>
        <pc:spChg chg="mod">
          <ac:chgData name="YAN LUO" userId="" providerId="" clId="Web-{86B35720-4193-446F-B2D5-9AD9984A55EF}" dt="2021-08-19T14:12:24.459" v="39" actId="20577"/>
          <ac:spMkLst>
            <pc:docMk/>
            <pc:sldMk cId="3975168428" sldId="317"/>
            <ac:spMk id="5" creationId="{1B07C49E-AFFC-EC46-8930-E4D428F5F943}"/>
          </ac:spMkLst>
        </pc:spChg>
      </pc:sldChg>
      <pc:sldChg chg="modSp">
        <pc:chgData name="YAN LUO" userId="" providerId="" clId="Web-{86B35720-4193-446F-B2D5-9AD9984A55EF}" dt="2021-08-19T14:15:56.635" v="140" actId="20577"/>
        <pc:sldMkLst>
          <pc:docMk/>
          <pc:sldMk cId="239597884" sldId="318"/>
        </pc:sldMkLst>
        <pc:spChg chg="mod">
          <ac:chgData name="YAN LUO" userId="" providerId="" clId="Web-{86B35720-4193-446F-B2D5-9AD9984A55EF}" dt="2021-08-19T14:15:56.635" v="140" actId="20577"/>
          <ac:spMkLst>
            <pc:docMk/>
            <pc:sldMk cId="239597884" sldId="318"/>
            <ac:spMk id="5" creationId="{85D9F803-CDBC-C74C-AF1B-2B5937D1C241}"/>
          </ac:spMkLst>
        </pc:spChg>
      </pc:sldChg>
      <pc:sldChg chg="modSp">
        <pc:chgData name="YAN LUO" userId="" providerId="" clId="Web-{86B35720-4193-446F-B2D5-9AD9984A55EF}" dt="2021-08-19T14:16:10.167" v="168" actId="20577"/>
        <pc:sldMkLst>
          <pc:docMk/>
          <pc:sldMk cId="232499080" sldId="319"/>
        </pc:sldMkLst>
        <pc:spChg chg="mod">
          <ac:chgData name="YAN LUO" userId="" providerId="" clId="Web-{86B35720-4193-446F-B2D5-9AD9984A55EF}" dt="2021-08-19T14:16:10.167" v="168" actId="20577"/>
          <ac:spMkLst>
            <pc:docMk/>
            <pc:sldMk cId="232499080" sldId="319"/>
            <ac:spMk id="5" creationId="{85D9F803-CDBC-C74C-AF1B-2B5937D1C241}"/>
          </ac:spMkLst>
        </pc:spChg>
      </pc:sldChg>
      <pc:sldChg chg="modSp addCm">
        <pc:chgData name="YAN LUO" userId="" providerId="" clId="Web-{86B35720-4193-446F-B2D5-9AD9984A55EF}" dt="2021-08-19T14:58:05.144" v="175"/>
        <pc:sldMkLst>
          <pc:docMk/>
          <pc:sldMk cId="700132931" sldId="322"/>
        </pc:sldMkLst>
        <pc:spChg chg="mod">
          <ac:chgData name="YAN LUO" userId="" providerId="" clId="Web-{86B35720-4193-446F-B2D5-9AD9984A55EF}" dt="2021-08-19T14:17:04.699" v="171" actId="20577"/>
          <ac:spMkLst>
            <pc:docMk/>
            <pc:sldMk cId="700132931" sldId="322"/>
            <ac:spMk id="5" creationId="{85D9F803-CDBC-C74C-AF1B-2B5937D1C241}"/>
          </ac:spMkLst>
        </pc:spChg>
      </pc:sldChg>
      <pc:sldChg chg="modSp">
        <pc:chgData name="YAN LUO" userId="" providerId="" clId="Web-{86B35720-4193-446F-B2D5-9AD9984A55EF}" dt="2021-08-19T14:17:12.528" v="174" actId="20577"/>
        <pc:sldMkLst>
          <pc:docMk/>
          <pc:sldMk cId="1866160706" sldId="323"/>
        </pc:sldMkLst>
        <pc:spChg chg="mod">
          <ac:chgData name="YAN LUO" userId="" providerId="" clId="Web-{86B35720-4193-446F-B2D5-9AD9984A55EF}" dt="2021-08-19T14:17:12.528" v="174" actId="20577"/>
          <ac:spMkLst>
            <pc:docMk/>
            <pc:sldMk cId="1866160706" sldId="323"/>
            <ac:spMk id="5" creationId="{85D9F803-CDBC-C74C-AF1B-2B5937D1C241}"/>
          </ac:spMkLst>
        </pc:spChg>
      </pc:sldChg>
      <pc:sldChg chg="modSp">
        <pc:chgData name="YAN LUO" userId="" providerId="" clId="Web-{86B35720-4193-446F-B2D5-9AD9984A55EF}" dt="2021-08-19T14:58:49.817" v="250" actId="20577"/>
        <pc:sldMkLst>
          <pc:docMk/>
          <pc:sldMk cId="252359608" sldId="324"/>
        </pc:sldMkLst>
        <pc:spChg chg="mod">
          <ac:chgData name="YAN LUO" userId="" providerId="" clId="Web-{86B35720-4193-446F-B2D5-9AD9984A55EF}" dt="2021-08-19T14:58:49.817" v="250" actId="20577"/>
          <ac:spMkLst>
            <pc:docMk/>
            <pc:sldMk cId="252359608" sldId="324"/>
            <ac:spMk id="5" creationId="{85D9F803-CDBC-C74C-AF1B-2B5937D1C241}"/>
          </ac:spMkLst>
        </pc:spChg>
      </pc:sldChg>
    </pc:docChg>
  </pc:docChgLst>
  <pc:docChgLst>
    <pc:chgData name="annaasgaraly@ibm.com" clId="Web-{10340FDF-B15C-4CFF-B487-146F9B98A252}"/>
    <pc:docChg chg="modSld">
      <pc:chgData name="annaasgaraly@ibm.com" userId="" providerId="" clId="Web-{10340FDF-B15C-4CFF-B487-146F9B98A252}" dt="2021-08-10T21:47:37.589" v="27"/>
      <pc:docMkLst>
        <pc:docMk/>
      </pc:docMkLst>
      <pc:sldChg chg="mod setBg">
        <pc:chgData name="annaasgaraly@ibm.com" userId="" providerId="" clId="Web-{10340FDF-B15C-4CFF-B487-146F9B98A252}" dt="2021-08-10T21:45:57.511" v="22"/>
        <pc:sldMkLst>
          <pc:docMk/>
          <pc:sldMk cId="3181088097" sldId="278"/>
        </pc:sldMkLst>
      </pc:sldChg>
      <pc:sldChg chg="mod setBg">
        <pc:chgData name="annaasgaraly@ibm.com" userId="" providerId="" clId="Web-{10340FDF-B15C-4CFF-B487-146F9B98A252}" dt="2021-08-10T21:39:24.478" v="2"/>
        <pc:sldMkLst>
          <pc:docMk/>
          <pc:sldMk cId="178270660" sldId="284"/>
        </pc:sldMkLst>
      </pc:sldChg>
      <pc:sldChg chg="mod setBg">
        <pc:chgData name="annaasgaraly@ibm.com" userId="" providerId="" clId="Web-{10340FDF-B15C-4CFF-B487-146F9B98A252}" dt="2021-08-10T21:46:27.417" v="25"/>
        <pc:sldMkLst>
          <pc:docMk/>
          <pc:sldMk cId="1290394134" sldId="288"/>
        </pc:sldMkLst>
      </pc:sldChg>
      <pc:sldChg chg="mod setBg">
        <pc:chgData name="annaasgaraly@ibm.com" userId="" providerId="" clId="Web-{10340FDF-B15C-4CFF-B487-146F9B98A252}" dt="2021-08-10T21:46:06.604" v="23"/>
        <pc:sldMkLst>
          <pc:docMk/>
          <pc:sldMk cId="1023352497" sldId="294"/>
        </pc:sldMkLst>
      </pc:sldChg>
      <pc:sldChg chg="mod setBg">
        <pc:chgData name="annaasgaraly@ibm.com" userId="" providerId="" clId="Web-{10340FDF-B15C-4CFF-B487-146F9B98A252}" dt="2021-08-10T21:47:37.589" v="27"/>
        <pc:sldMkLst>
          <pc:docMk/>
          <pc:sldMk cId="3093198887" sldId="298"/>
        </pc:sldMkLst>
      </pc:sldChg>
      <pc:sldChg chg="mod setBg">
        <pc:chgData name="annaasgaraly@ibm.com" userId="" providerId="" clId="Web-{10340FDF-B15C-4CFF-B487-146F9B98A252}" dt="2021-08-10T21:46:43.870" v="26"/>
        <pc:sldMkLst>
          <pc:docMk/>
          <pc:sldMk cId="733461713" sldId="321"/>
        </pc:sldMkLst>
      </pc:sldChg>
      <pc:sldChg chg="modSp mod setBg">
        <pc:chgData name="annaasgaraly@ibm.com" userId="" providerId="" clId="Web-{10340FDF-B15C-4CFF-B487-146F9B98A252}" dt="2021-08-10T21:42:44.994" v="17" actId="1076"/>
        <pc:sldMkLst>
          <pc:docMk/>
          <pc:sldMk cId="1277611629" sldId="327"/>
        </pc:sldMkLst>
        <pc:spChg chg="mod">
          <ac:chgData name="annaasgaraly@ibm.com" userId="" providerId="" clId="Web-{10340FDF-B15C-4CFF-B487-146F9B98A252}" dt="2021-08-10T21:42:44.994" v="17" actId="1076"/>
          <ac:spMkLst>
            <pc:docMk/>
            <pc:sldMk cId="1277611629" sldId="327"/>
            <ac:spMk id="6" creationId="{2C36AF9D-A911-994B-90EA-013D4CDA5604}"/>
          </ac:spMkLst>
        </pc:spChg>
      </pc:sldChg>
      <pc:sldChg chg="modSp mod setBg">
        <pc:chgData name="annaasgaraly@ibm.com" userId="" providerId="" clId="Web-{10340FDF-B15C-4CFF-B487-146F9B98A252}" dt="2021-08-10T21:41:36.353" v="12" actId="1076"/>
        <pc:sldMkLst>
          <pc:docMk/>
          <pc:sldMk cId="661040741" sldId="329"/>
        </pc:sldMkLst>
        <pc:picChg chg="mod">
          <ac:chgData name="annaasgaraly@ibm.com" userId="" providerId="" clId="Web-{10340FDF-B15C-4CFF-B487-146F9B98A252}" dt="2021-08-10T21:41:36.338" v="9" actId="1076"/>
          <ac:picMkLst>
            <pc:docMk/>
            <pc:sldMk cId="661040741" sldId="329"/>
            <ac:picMk id="8" creationId="{F88AB437-E43C-436D-B35E-51887C103800}"/>
          </ac:picMkLst>
        </pc:picChg>
        <pc:picChg chg="mod">
          <ac:chgData name="annaasgaraly@ibm.com" userId="" providerId="" clId="Web-{10340FDF-B15C-4CFF-B487-146F9B98A252}" dt="2021-08-10T21:41:36.338" v="10" actId="1076"/>
          <ac:picMkLst>
            <pc:docMk/>
            <pc:sldMk cId="661040741" sldId="329"/>
            <ac:picMk id="9" creationId="{89FBF71A-DDF5-4BAA-B9B5-91B4675FF80E}"/>
          </ac:picMkLst>
        </pc:picChg>
        <pc:picChg chg="mod">
          <ac:chgData name="annaasgaraly@ibm.com" userId="" providerId="" clId="Web-{10340FDF-B15C-4CFF-B487-146F9B98A252}" dt="2021-08-10T21:41:36.338" v="11" actId="1076"/>
          <ac:picMkLst>
            <pc:docMk/>
            <pc:sldMk cId="661040741" sldId="329"/>
            <ac:picMk id="10" creationId="{225AE237-9A47-4E0B-AE8A-DD0CED30B39D}"/>
          </ac:picMkLst>
        </pc:picChg>
        <pc:picChg chg="mod">
          <ac:chgData name="annaasgaraly@ibm.com" userId="" providerId="" clId="Web-{10340FDF-B15C-4CFF-B487-146F9B98A252}" dt="2021-08-10T21:41:36.353" v="12" actId="1076"/>
          <ac:picMkLst>
            <pc:docMk/>
            <pc:sldMk cId="661040741" sldId="329"/>
            <ac:picMk id="11" creationId="{E1021DDF-7C74-4FD8-AE38-AFFCC057C8C2}"/>
          </ac:picMkLst>
        </pc:picChg>
      </pc:sldChg>
      <pc:sldChg chg="delSp">
        <pc:chgData name="annaasgaraly@ibm.com" userId="" providerId="" clId="Web-{10340FDF-B15C-4CFF-B487-146F9B98A252}" dt="2021-08-10T21:41:45.322" v="13"/>
        <pc:sldMkLst>
          <pc:docMk/>
          <pc:sldMk cId="724038033" sldId="330"/>
        </pc:sldMkLst>
        <pc:picChg chg="del">
          <ac:chgData name="annaasgaraly@ibm.com" userId="" providerId="" clId="Web-{10340FDF-B15C-4CFF-B487-146F9B98A252}" dt="2021-08-10T21:41:45.322" v="13"/>
          <ac:picMkLst>
            <pc:docMk/>
            <pc:sldMk cId="724038033" sldId="330"/>
            <ac:picMk id="5" creationId="{CB1F49FF-991F-486B-915B-B77CF4EFA4FC}"/>
          </ac:picMkLst>
        </pc:picChg>
      </pc:sldChg>
      <pc:sldChg chg="delSp">
        <pc:chgData name="annaasgaraly@ibm.com" userId="" providerId="" clId="Web-{10340FDF-B15C-4CFF-B487-146F9B98A252}" dt="2021-08-10T21:41:47.681" v="14"/>
        <pc:sldMkLst>
          <pc:docMk/>
          <pc:sldMk cId="1980221439" sldId="331"/>
        </pc:sldMkLst>
        <pc:picChg chg="del">
          <ac:chgData name="annaasgaraly@ibm.com" userId="" providerId="" clId="Web-{10340FDF-B15C-4CFF-B487-146F9B98A252}" dt="2021-08-10T21:41:47.681" v="14"/>
          <ac:picMkLst>
            <pc:docMk/>
            <pc:sldMk cId="1980221439" sldId="331"/>
            <ac:picMk id="2" creationId="{8A66F7ED-A8F1-451C-8775-2EC870DFBB7B}"/>
          </ac:picMkLst>
        </pc:picChg>
      </pc:sldChg>
      <pc:sldChg chg="delSp">
        <pc:chgData name="annaasgaraly@ibm.com" userId="" providerId="" clId="Web-{10340FDF-B15C-4CFF-B487-146F9B98A252}" dt="2021-08-10T21:41:49.431" v="15"/>
        <pc:sldMkLst>
          <pc:docMk/>
          <pc:sldMk cId="2560061391" sldId="332"/>
        </pc:sldMkLst>
        <pc:picChg chg="del">
          <ac:chgData name="annaasgaraly@ibm.com" userId="" providerId="" clId="Web-{10340FDF-B15C-4CFF-B487-146F9B98A252}" dt="2021-08-10T21:41:49.431" v="15"/>
          <ac:picMkLst>
            <pc:docMk/>
            <pc:sldMk cId="2560061391" sldId="332"/>
            <ac:picMk id="3" creationId="{5183A175-625A-4E5B-9091-5DB0C049168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10/17/2026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‹N°›</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‹N°›</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4226275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7</a:t>
            </a:fld>
            <a:endParaRPr lang="en-US"/>
          </a:p>
        </p:txBody>
      </p:sp>
    </p:spTree>
    <p:extLst>
      <p:ext uri="{BB962C8B-B14F-4D97-AF65-F5344CB8AC3E}">
        <p14:creationId xmlns:p14="http://schemas.microsoft.com/office/powerpoint/2010/main" val="2088438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17</a:t>
            </a:fld>
            <a:endParaRPr lang="en-US"/>
          </a:p>
        </p:txBody>
      </p:sp>
    </p:spTree>
    <p:extLst>
      <p:ext uri="{BB962C8B-B14F-4D97-AF65-F5344CB8AC3E}">
        <p14:creationId xmlns:p14="http://schemas.microsoft.com/office/powerpoint/2010/main" val="3924966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46</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10/17/2026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‹N°›</a:t>
            </a:fld>
            <a:endParaRPr lang="en-US"/>
          </a:p>
        </p:txBody>
      </p:sp>
    </p:spTree>
    <p:extLst>
      <p:ext uri="{BB962C8B-B14F-4D97-AF65-F5344CB8AC3E}">
        <p14:creationId xmlns:p14="http://schemas.microsoft.com/office/powerpoint/2010/main" val="85729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03807829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976210309"/>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‹N°›</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en.wikipedia.org/wiki/List_of_Falcon/_9/_and_Falcon_Heavy_launches" TargetMode="External"/><Relationship Id="rId4" Type="http://schemas.openxmlformats.org/officeDocument/2006/relationships/hyperlink" Target="https://api.spacexdata.com/v4/rocket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mboccenti/PythonMachineLearning_SpaceX/blob/main/01A%20%20-%20Collecting%20the%20data%20SpaceX%20API.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List_of_Falcon/_9/_and_Falcon_Heavy_launches"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hyperlink" Target="https://github.com/mboccenti/PythonMachineLearning_SpaceX/blob/main/01B%20-%20Data%20Collection%20with%20Web%20Scraping.ipynb"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mboccenti/PythonMachineLearning_SpaceX/blob/main/01C%20-%20Data%20wrangling.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boccenti/PythonMachineLearning_SpaceX/blob/main/03%20-%20EDA%20with%20Visualization%20lab.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mboccenti/PythonMachineLearning_SpaceX/blob/main/02%20-%20EDA%20with%20SQL%20lab.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mboccenti/PythonMachineLearning_SpaceX/blob/main/04%20-%20Interactive%20Visual%20Analytics%20and%20Dashboard.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boccenti/PythonMachineLearning_SpaceX/blob/main/spacex_dash_app.py"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boccenti/PythonMachineLearning_SpaceX/blob/main/05%20-%20Predictive%20Analysisis.ipynb"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api.spacexdata.com/" TargetMode="External"/></Relationships>
</file>

<file path=ppt/slides/_rels/slide4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6AF9D-A911-994B-90EA-013D4CDA5604}"/>
              </a:ext>
            </a:extLst>
          </p:cNvPr>
          <p:cNvSpPr txBox="1"/>
          <p:nvPr/>
        </p:nvSpPr>
        <p:spPr>
          <a:xfrm>
            <a:off x="888546" y="4568734"/>
            <a:ext cx="2514600" cy="646331"/>
          </a:xfrm>
          <a:prstGeom prst="rect">
            <a:avLst/>
          </a:prstGeom>
          <a:noFill/>
        </p:spPr>
        <p:txBody>
          <a:bodyPr wrap="square" lIns="91440" tIns="45720" rIns="91440" bIns="45720" rtlCol="0" anchor="t">
            <a:spAutoFit/>
          </a:bodyPr>
          <a:lstStyle/>
          <a:p>
            <a:r>
              <a:rPr lang="en-US" dirty="0">
                <a:solidFill>
                  <a:schemeClr val="bg2"/>
                </a:solidFill>
                <a:latin typeface="Abadi"/>
                <a:ea typeface="SF Pro" pitchFamily="2" charset="0"/>
                <a:cs typeface="SF Pro" pitchFamily="2" charset="0"/>
              </a:rPr>
              <a:t>ANAS EL MOUSTAMID</a:t>
            </a:r>
          </a:p>
          <a:p>
            <a:r>
              <a:rPr lang="en-US" dirty="0">
                <a:solidFill>
                  <a:schemeClr val="bg2"/>
                </a:solidFill>
                <a:latin typeface="Abadi" panose="020B0604020104020204" pitchFamily="34" charset="0"/>
                <a:ea typeface="SF Pro" pitchFamily="2" charset="0"/>
                <a:cs typeface="SF Pro" pitchFamily="2" charset="0"/>
              </a:rPr>
              <a:t>17/10/2026</a:t>
            </a:r>
          </a:p>
        </p:txBody>
      </p:sp>
      <p:pic>
        <p:nvPicPr>
          <p:cNvPr id="2" name="Picture 2" descr="IBM Skills Network Logo - Horizontal-noai copy.png">
            <a:extLst>
              <a:ext uri="{FF2B5EF4-FFF2-40B4-BE49-F238E27FC236}">
                <a16:creationId xmlns:a16="http://schemas.microsoft.com/office/drawing/2014/main" id="{4F94DBE5-2DCC-401E-95AA-12E04A97FBA6}"/>
              </a:ext>
            </a:extLst>
          </p:cNvPr>
          <p:cNvPicPr>
            <a:picLocks noChangeAspect="1"/>
          </p:cNvPicPr>
          <p:nvPr/>
        </p:nvPicPr>
        <p:blipFill>
          <a:blip r:embed="rId3"/>
          <a:stretch>
            <a:fillRect/>
          </a:stretch>
        </p:blipFill>
        <p:spPr>
          <a:xfrm>
            <a:off x="889820" y="676828"/>
            <a:ext cx="2104103" cy="629183"/>
          </a:xfrm>
          <a:prstGeom prst="rect">
            <a:avLst/>
          </a:prstGeom>
        </p:spPr>
      </p:pic>
    </p:spTree>
    <p:extLst>
      <p:ext uri="{BB962C8B-B14F-4D97-AF65-F5344CB8AC3E}">
        <p14:creationId xmlns:p14="http://schemas.microsoft.com/office/powerpoint/2010/main" val="127761162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697" y="2113240"/>
            <a:ext cx="5167086" cy="3320824"/>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a:rPr>
              <a:t>Executive Summary</a:t>
            </a:r>
          </a:p>
          <a:p>
            <a:pPr>
              <a:lnSpc>
                <a:spcPct val="100000"/>
              </a:lnSpc>
              <a:spcBef>
                <a:spcPts val="1400"/>
              </a:spcBef>
            </a:pPr>
            <a:r>
              <a:rPr lang="en-US" sz="2200" dirty="0">
                <a:solidFill>
                  <a:schemeClr val="accent3">
                    <a:lumMod val="25000"/>
                  </a:schemeClr>
                </a:solidFill>
                <a:latin typeface="Abadi"/>
              </a:rPr>
              <a:t>Introduction</a:t>
            </a:r>
          </a:p>
          <a:p>
            <a:pPr>
              <a:lnSpc>
                <a:spcPct val="100000"/>
              </a:lnSpc>
              <a:spcBef>
                <a:spcPts val="1400"/>
              </a:spcBef>
            </a:pPr>
            <a:r>
              <a:rPr lang="en-US" sz="2200" dirty="0">
                <a:solidFill>
                  <a:schemeClr val="accent3">
                    <a:lumMod val="25000"/>
                  </a:schemeClr>
                </a:solidFill>
                <a:latin typeface="Abadi"/>
              </a:rPr>
              <a:t>Methodology</a:t>
            </a:r>
          </a:p>
          <a:p>
            <a:pPr>
              <a:lnSpc>
                <a:spcPct val="100000"/>
              </a:lnSpc>
              <a:spcBef>
                <a:spcPts val="1400"/>
              </a:spcBef>
            </a:pPr>
            <a:r>
              <a:rPr lang="en-US" sz="2200" dirty="0">
                <a:solidFill>
                  <a:schemeClr val="accent3">
                    <a:lumMod val="25000"/>
                  </a:schemeClr>
                </a:solidFill>
                <a:latin typeface="Abadi"/>
              </a:rPr>
              <a:t>Results</a:t>
            </a:r>
          </a:p>
          <a:p>
            <a:pPr>
              <a:lnSpc>
                <a:spcPct val="100000"/>
              </a:lnSpc>
              <a:spcBef>
                <a:spcPts val="1400"/>
              </a:spcBef>
            </a:pPr>
            <a:r>
              <a:rPr lang="en-US" sz="2200" dirty="0">
                <a:solidFill>
                  <a:schemeClr val="accent3">
                    <a:lumMod val="25000"/>
                  </a:schemeClr>
                </a:solidFill>
                <a:latin typeface="Abadi"/>
              </a:rPr>
              <a:t>Conclusion</a:t>
            </a:r>
          </a:p>
          <a:p>
            <a:pPr>
              <a:lnSpc>
                <a:spcPct val="100000"/>
              </a:lnSpc>
              <a:spcBef>
                <a:spcPts val="1400"/>
              </a:spcBef>
            </a:pPr>
            <a:r>
              <a:rPr lang="en-US" sz="22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Outline</a:t>
            </a: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958903" y="1452942"/>
            <a:ext cx="10326708" cy="4572631"/>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200" dirty="0">
                <a:solidFill>
                  <a:schemeClr val="accent3">
                    <a:lumMod val="25000"/>
                  </a:schemeClr>
                </a:solidFill>
                <a:latin typeface="Abadi" panose="020B0604020104020204" pitchFamily="34" charset="0"/>
              </a:rPr>
              <a:t>Summary of methodologies</a:t>
            </a:r>
          </a:p>
          <a:p>
            <a:pPr lvl="1">
              <a:lnSpc>
                <a:spcPct val="100000"/>
              </a:lnSpc>
              <a:spcBef>
                <a:spcPts val="1400"/>
              </a:spcBef>
            </a:pPr>
            <a:r>
              <a:rPr lang="en-US" sz="1800" dirty="0">
                <a:solidFill>
                  <a:schemeClr val="accent3">
                    <a:lumMod val="25000"/>
                  </a:schemeClr>
                </a:solidFill>
                <a:latin typeface="Abadi" panose="020B0604020104020204" pitchFamily="34" charset="0"/>
              </a:rPr>
              <a:t>Data collected through SpaceX API and web-scraping</a:t>
            </a:r>
          </a:p>
          <a:p>
            <a:pPr lvl="1">
              <a:lnSpc>
                <a:spcPct val="100000"/>
              </a:lnSpc>
              <a:spcBef>
                <a:spcPts val="1400"/>
              </a:spcBef>
            </a:pPr>
            <a:r>
              <a:rPr lang="en-US" sz="1800" dirty="0">
                <a:solidFill>
                  <a:schemeClr val="accent3">
                    <a:lumMod val="25000"/>
                  </a:schemeClr>
                </a:solidFill>
                <a:latin typeface="Abadi" panose="020B0604020104020204" pitchFamily="34" charset="0"/>
              </a:rPr>
              <a:t>Data prepared and </a:t>
            </a:r>
            <a:r>
              <a:rPr lang="en-GB" sz="1800" dirty="0">
                <a:solidFill>
                  <a:schemeClr val="accent3">
                    <a:lumMod val="25000"/>
                  </a:schemeClr>
                </a:solidFill>
                <a:latin typeface="Abadi" panose="020B0604020104020204" pitchFamily="34" charset="0"/>
              </a:rPr>
              <a:t>transformed into a useable subset</a:t>
            </a:r>
          </a:p>
          <a:p>
            <a:pPr lvl="1">
              <a:lnSpc>
                <a:spcPct val="100000"/>
              </a:lnSpc>
              <a:spcBef>
                <a:spcPts val="1400"/>
              </a:spcBef>
            </a:pPr>
            <a:r>
              <a:rPr lang="en-US" sz="1800" dirty="0">
                <a:solidFill>
                  <a:schemeClr val="accent3">
                    <a:lumMod val="25000"/>
                  </a:schemeClr>
                </a:solidFill>
                <a:latin typeface="Abadi" panose="020B0604020104020204" pitchFamily="34" charset="0"/>
              </a:rPr>
              <a:t>Model selected trough comparison</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rPr>
              <a:t>Summary of all results</a:t>
            </a:r>
          </a:p>
          <a:p>
            <a:pPr lvl="1">
              <a:lnSpc>
                <a:spcPct val="100000"/>
              </a:lnSpc>
              <a:spcBef>
                <a:spcPts val="1400"/>
              </a:spcBef>
            </a:pPr>
            <a:r>
              <a:rPr lang="en-GB" sz="1800" dirty="0">
                <a:solidFill>
                  <a:schemeClr val="accent3">
                    <a:lumMod val="25000"/>
                  </a:schemeClr>
                </a:solidFill>
                <a:latin typeface="Abadi" panose="020B0604020104020204" pitchFamily="34" charset="0"/>
              </a:rPr>
              <a:t>EDA identified the best features to predict successful landings;</a:t>
            </a:r>
          </a:p>
          <a:p>
            <a:pPr lvl="1">
              <a:lnSpc>
                <a:spcPct val="100000"/>
              </a:lnSpc>
              <a:spcBef>
                <a:spcPts val="1400"/>
              </a:spcBef>
            </a:pPr>
            <a:r>
              <a:rPr lang="en-GB" sz="1800" dirty="0">
                <a:solidFill>
                  <a:schemeClr val="accent3">
                    <a:lumMod val="25000"/>
                  </a:schemeClr>
                </a:solidFill>
                <a:latin typeface="Abadi" panose="020B0604020104020204" pitchFamily="34" charset="0"/>
              </a:rPr>
              <a:t>Machine Learning model predicted if the Falcon 9 first stage will land successfully.</a:t>
            </a:r>
            <a:endParaRPr lang="en-US" sz="1800" dirty="0">
              <a:solidFill>
                <a:schemeClr val="accent3">
                  <a:lumMod val="25000"/>
                </a:schemeClr>
              </a:solidFill>
              <a:latin typeface="Abadi" panose="020B0604020104020204" pitchFamily="34" charset="0"/>
            </a:endParaRP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Executive Summary</a:t>
            </a:r>
            <a:endParaRPr lang="en-US" dirty="0">
              <a:solidFill>
                <a:srgbClr val="0B49CB"/>
              </a:solidFill>
            </a:endParaRPr>
          </a:p>
        </p:txBody>
      </p:sp>
    </p:spTree>
    <p:extLst>
      <p:ext uri="{BB962C8B-B14F-4D97-AF65-F5344CB8AC3E}">
        <p14:creationId xmlns:p14="http://schemas.microsoft.com/office/powerpoint/2010/main" val="1980221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4</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Introduction</a:t>
            </a:r>
            <a:endParaRPr lang="en-US" dirty="0">
              <a:solidFill>
                <a:srgbClr val="0B49CB"/>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828068" y="1525870"/>
            <a:ext cx="10530114" cy="4611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3200" dirty="0">
                <a:solidFill>
                  <a:schemeClr val="accent3">
                    <a:lumMod val="25000"/>
                  </a:schemeClr>
                </a:solidFill>
                <a:latin typeface="Abadi" panose="020B0604020104020204" pitchFamily="34" charset="0"/>
              </a:rPr>
              <a:t>Project background and context</a:t>
            </a:r>
          </a:p>
          <a:p>
            <a:pPr lvl="1">
              <a:lnSpc>
                <a:spcPct val="100000"/>
              </a:lnSpc>
              <a:spcBef>
                <a:spcPts val="1400"/>
              </a:spcBef>
            </a:pPr>
            <a:r>
              <a:rPr lang="en-GB" dirty="0">
                <a:solidFill>
                  <a:schemeClr val="accent3">
                    <a:lumMod val="25000"/>
                  </a:schemeClr>
                </a:solidFill>
                <a:latin typeface="Abadi" panose="020B0604020104020204" pitchFamily="34" charset="0"/>
              </a:rPr>
              <a:t>SpaceX advertises Falcon 9 rocket launches on its website, with a cost of 62 million dollars; other providers cost upward of 165 million dollars each, much of the savings is because SpaceX can reuse the first stage.</a:t>
            </a:r>
            <a:endParaRPr lang="en-US" sz="3200" dirty="0">
              <a:solidFill>
                <a:schemeClr val="accent3">
                  <a:lumMod val="25000"/>
                </a:schemeClr>
              </a:solidFill>
              <a:latin typeface="Abadi" panose="020B0604020104020204" pitchFamily="34" charset="0"/>
            </a:endParaRPr>
          </a:p>
          <a:p>
            <a:pPr>
              <a:spcBef>
                <a:spcPts val="1400"/>
              </a:spcBef>
            </a:pPr>
            <a:r>
              <a:rPr lang="en-US" sz="3200" dirty="0">
                <a:solidFill>
                  <a:schemeClr val="accent3">
                    <a:lumMod val="25000"/>
                  </a:schemeClr>
                </a:solidFill>
                <a:latin typeface="Abadi" panose="020B0604020104020204" pitchFamily="34" charset="0"/>
              </a:rPr>
              <a:t>Problems you want to find answers</a:t>
            </a:r>
          </a:p>
          <a:p>
            <a:pPr lvl="1">
              <a:spcBef>
                <a:spcPts val="1400"/>
              </a:spcBef>
            </a:pPr>
            <a:r>
              <a:rPr lang="en-GB" dirty="0">
                <a:solidFill>
                  <a:schemeClr val="accent3">
                    <a:lumMod val="25000"/>
                  </a:schemeClr>
                </a:solidFill>
                <a:latin typeface="Abadi" panose="020B0604020104020204" pitchFamily="34" charset="0"/>
              </a:rPr>
              <a:t>We need a model able to predict the success of a landing to calculate the cost of a launch.</a:t>
            </a:r>
          </a:p>
          <a:p>
            <a:pPr lvl="1">
              <a:spcBef>
                <a:spcPts val="1400"/>
              </a:spcBef>
            </a:pPr>
            <a:r>
              <a:rPr lang="en-GB" dirty="0">
                <a:solidFill>
                  <a:schemeClr val="accent3">
                    <a:lumMod val="25000"/>
                  </a:schemeClr>
                </a:solidFill>
                <a:latin typeface="Abadi" panose="020B0604020104020204" pitchFamily="34" charset="0"/>
              </a:rPr>
              <a:t>We also need to identify the best site launch.</a:t>
            </a:r>
            <a:endParaRPr lang="en-US" dirty="0">
              <a:solidFill>
                <a:schemeClr val="accent3">
                  <a:lumMod val="25000"/>
                </a:schemeClr>
              </a:solidFill>
              <a:latin typeface="Abadi" panose="020B0604020104020204" pitchFamily="34" charset="0"/>
            </a:endParaRPr>
          </a:p>
        </p:txBody>
      </p:sp>
    </p:spTree>
    <p:extLst>
      <p:ext uri="{BB962C8B-B14F-4D97-AF65-F5344CB8AC3E}">
        <p14:creationId xmlns:p14="http://schemas.microsoft.com/office/powerpoint/2010/main" val="25600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1BF29A-91D2-784B-9589-F5A3883168D5}"/>
              </a:ext>
            </a:extLst>
          </p:cNvPr>
          <p:cNvSpPr>
            <a:spLocks noGrp="1"/>
          </p:cNvSpPr>
          <p:nvPr>
            <p:ph type="sldNum" sz="quarter" idx="12"/>
          </p:nvPr>
        </p:nvSpPr>
        <p:spPr>
          <a:xfrm>
            <a:off x="9448800" y="6356350"/>
            <a:ext cx="2743200" cy="365125"/>
          </a:xfrm>
        </p:spPr>
        <p:txBody>
          <a:bodyPr/>
          <a:lstStyle/>
          <a:p>
            <a:fld id="{5075537C-CA84-1446-933C-8E9D027F9201}" type="slidenum">
              <a:rPr lang="en-US" smtClean="0"/>
              <a:t>5</a:t>
            </a:fld>
            <a:endParaRPr lang="en-US" dirty="0"/>
          </a:p>
        </p:txBody>
      </p:sp>
      <p:sp>
        <p:nvSpPr>
          <p:cNvPr id="2" name="TextBox 1">
            <a:extLst>
              <a:ext uri="{FF2B5EF4-FFF2-40B4-BE49-F238E27FC236}">
                <a16:creationId xmlns:a16="http://schemas.microsoft.com/office/drawing/2014/main" id="{99393D11-6810-B94E-A01A-A2D00E82E738}"/>
              </a:ext>
            </a:extLst>
          </p:cNvPr>
          <p:cNvSpPr txBox="1"/>
          <p:nvPr/>
        </p:nvSpPr>
        <p:spPr>
          <a:xfrm>
            <a:off x="765313" y="2812774"/>
            <a:ext cx="1058303" cy="369332"/>
          </a:xfrm>
          <a:prstGeom prst="rect">
            <a:avLst/>
          </a:prstGeom>
          <a:solidFill>
            <a:srgbClr val="0948CB"/>
          </a:solidFill>
        </p:spPr>
        <p:txBody>
          <a:bodyPr wrap="none" rtlCol="0">
            <a:spAutoFit/>
          </a:bodyPr>
          <a:lstStyle/>
          <a:p>
            <a:r>
              <a:rPr lang="en-US" dirty="0">
                <a:solidFill>
                  <a:schemeClr val="bg1"/>
                </a:solidFill>
              </a:rPr>
              <a:t>Section 1</a:t>
            </a:r>
          </a:p>
        </p:txBody>
      </p:sp>
    </p:spTree>
    <p:extLst>
      <p:ext uri="{BB962C8B-B14F-4D97-AF65-F5344CB8AC3E}">
        <p14:creationId xmlns:p14="http://schemas.microsoft.com/office/powerpoint/2010/main" val="309319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6</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fontScale="3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a:lnSpc>
                <a:spcPct val="120000"/>
              </a:lnSpc>
              <a:spcBef>
                <a:spcPts val="1400"/>
              </a:spcBef>
            </a:pPr>
            <a:r>
              <a:rPr lang="en-US" sz="8800" dirty="0">
                <a:solidFill>
                  <a:schemeClr val="accent3">
                    <a:lumMod val="25000"/>
                  </a:schemeClr>
                </a:solidFill>
                <a:latin typeface="Abadi"/>
              </a:rPr>
              <a:t>Data collection methodology:</a:t>
            </a:r>
          </a:p>
          <a:p>
            <a:pPr lvl="1">
              <a:lnSpc>
                <a:spcPct val="120000"/>
              </a:lnSpc>
              <a:spcBef>
                <a:spcPts val="1400"/>
              </a:spcBef>
            </a:pPr>
            <a:r>
              <a:rPr lang="en-US" sz="7600" dirty="0">
                <a:solidFill>
                  <a:schemeClr val="bg2">
                    <a:lumMod val="50000"/>
                  </a:schemeClr>
                </a:solidFill>
                <a:latin typeface="Abadi"/>
              </a:rPr>
              <a:t>Through</a:t>
            </a:r>
            <a:r>
              <a:rPr lang="it-IT" sz="7600" dirty="0">
                <a:solidFill>
                  <a:schemeClr val="bg2">
                    <a:lumMod val="50000"/>
                  </a:schemeClr>
                </a:solidFill>
                <a:latin typeface="Abadi"/>
              </a:rPr>
              <a:t> </a:t>
            </a:r>
            <a:r>
              <a:rPr lang="it-IT" sz="7600" dirty="0" err="1">
                <a:solidFill>
                  <a:schemeClr val="bg2">
                    <a:lumMod val="50000"/>
                  </a:schemeClr>
                </a:solidFill>
                <a:latin typeface="Abadi"/>
              </a:rPr>
              <a:t>SpaceX</a:t>
            </a:r>
            <a:r>
              <a:rPr lang="it-IT" sz="7600" dirty="0">
                <a:solidFill>
                  <a:schemeClr val="bg2">
                    <a:lumMod val="50000"/>
                  </a:schemeClr>
                </a:solidFill>
                <a:latin typeface="Abadi"/>
              </a:rPr>
              <a:t> API (</a:t>
            </a:r>
            <a:r>
              <a:rPr lang="it-IT" sz="7600" dirty="0">
                <a:solidFill>
                  <a:schemeClr val="bg2">
                    <a:lumMod val="50000"/>
                  </a:schemeClr>
                </a:solidFill>
                <a:latin typeface="Abadi"/>
                <a:hlinkClick r:id="rId4"/>
              </a:rPr>
              <a:t>https://api.spacexdata.com/v4/rockets/</a:t>
            </a:r>
            <a:r>
              <a:rPr lang="it-IT" sz="7600" dirty="0">
                <a:solidFill>
                  <a:schemeClr val="bg2">
                    <a:lumMod val="50000"/>
                  </a:schemeClr>
                </a:solidFill>
                <a:latin typeface="Abadi"/>
              </a:rPr>
              <a:t>)</a:t>
            </a:r>
          </a:p>
          <a:p>
            <a:pPr lvl="1">
              <a:lnSpc>
                <a:spcPct val="120000"/>
              </a:lnSpc>
              <a:spcBef>
                <a:spcPts val="1400"/>
              </a:spcBef>
            </a:pPr>
            <a:r>
              <a:rPr lang="en-US" sz="7600" dirty="0">
                <a:solidFill>
                  <a:schemeClr val="bg2">
                    <a:lumMod val="50000"/>
                  </a:schemeClr>
                </a:solidFill>
                <a:latin typeface="Abadi"/>
              </a:rPr>
              <a:t>Web-scraping of Falcon 9 Wikipedia page</a:t>
            </a:r>
            <a:br>
              <a:rPr lang="en-US" sz="7600" dirty="0">
                <a:solidFill>
                  <a:schemeClr val="bg2">
                    <a:lumMod val="50000"/>
                  </a:schemeClr>
                </a:solidFill>
                <a:latin typeface="Abadi"/>
              </a:rPr>
            </a:br>
            <a:r>
              <a:rPr lang="en-US" sz="7600" dirty="0">
                <a:solidFill>
                  <a:schemeClr val="bg2">
                    <a:lumMod val="50000"/>
                  </a:schemeClr>
                </a:solidFill>
                <a:latin typeface="Abadi"/>
                <a:hlinkClick r:id="rId5"/>
              </a:rPr>
              <a:t>https://en.wikipedia.org/wiki/List_of_Falcon/_9/_and_Falcon_Heavy_launches</a:t>
            </a:r>
            <a:r>
              <a:rPr lang="en-US" sz="7600" dirty="0">
                <a:solidFill>
                  <a:schemeClr val="bg2">
                    <a:lumMod val="50000"/>
                  </a:schemeClr>
                </a:solidFill>
                <a:latin typeface="Abadi"/>
              </a:rPr>
              <a:t> </a:t>
            </a:r>
          </a:p>
          <a:p>
            <a:pPr>
              <a:lnSpc>
                <a:spcPct val="120000"/>
              </a:lnSpc>
              <a:spcBef>
                <a:spcPts val="1400"/>
              </a:spcBef>
            </a:pPr>
            <a:r>
              <a:rPr lang="en-US" sz="8800" dirty="0">
                <a:solidFill>
                  <a:schemeClr val="accent3">
                    <a:lumMod val="25000"/>
                  </a:schemeClr>
                </a:solidFill>
                <a:latin typeface="Abadi"/>
              </a:rPr>
              <a:t>Perform data wrangling</a:t>
            </a:r>
          </a:p>
          <a:p>
            <a:pPr lvl="1">
              <a:lnSpc>
                <a:spcPct val="120000"/>
              </a:lnSpc>
              <a:spcBef>
                <a:spcPts val="1400"/>
              </a:spcBef>
            </a:pPr>
            <a:r>
              <a:rPr lang="en-US" sz="7600" dirty="0">
                <a:solidFill>
                  <a:schemeClr val="bg2">
                    <a:lumMod val="50000"/>
                  </a:schemeClr>
                </a:solidFill>
                <a:latin typeface="Abadi"/>
              </a:rPr>
              <a:t>Added a </a:t>
            </a:r>
            <a:r>
              <a:rPr lang="en-GB" sz="7600" dirty="0">
                <a:solidFill>
                  <a:schemeClr val="bg2">
                    <a:lumMod val="50000"/>
                  </a:schemeClr>
                </a:solidFill>
                <a:latin typeface="Abadi"/>
              </a:rPr>
              <a:t>landing outcome label based on outcome data after summarizing and analysing features</a:t>
            </a:r>
            <a:endParaRPr lang="en-US" sz="88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15534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92CF01-5F8F-9D43-96B9-A581954BA94A}"/>
              </a:ext>
            </a:extLst>
          </p:cNvPr>
          <p:cNvSpPr>
            <a:spLocks noGrp="1"/>
          </p:cNvSpPr>
          <p:nvPr>
            <p:ph type="sldNum" sz="quarter" idx="12"/>
          </p:nvPr>
        </p:nvSpPr>
        <p:spPr/>
        <p:txBody>
          <a:bodyPr/>
          <a:lstStyle/>
          <a:p>
            <a:fld id="{5075537C-CA84-1446-933C-8E9D027F9201}" type="slidenum">
              <a:rPr lang="en-US" smtClean="0"/>
              <a:t>7</a:t>
            </a:fld>
            <a:endParaRPr lang="en-US" dirty="0"/>
          </a:p>
        </p:txBody>
      </p:sp>
      <p:sp>
        <p:nvSpPr>
          <p:cNvPr id="7" name="Content Placeholder 2">
            <a:extLst>
              <a:ext uri="{FF2B5EF4-FFF2-40B4-BE49-F238E27FC236}">
                <a16:creationId xmlns:a16="http://schemas.microsoft.com/office/drawing/2014/main" id="{0BFEC426-B615-E549-83E5-140FD588BC64}"/>
              </a:ext>
            </a:extLst>
          </p:cNvPr>
          <p:cNvSpPr txBox="1">
            <a:spLocks/>
          </p:cNvSpPr>
          <p:nvPr/>
        </p:nvSpPr>
        <p:spPr>
          <a:xfrm>
            <a:off x="770011" y="1580808"/>
            <a:ext cx="10104817" cy="5211877"/>
          </a:xfrm>
          <a:prstGeom prst="rect">
            <a:avLst/>
          </a:prstGeom>
        </p:spPr>
        <p:txBody>
          <a:bodyPr lIns="91440" tIns="45720" rIns="91440" bIns="45720" anchor="t">
            <a:normAutofit fontScale="3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spcBef>
                <a:spcPts val="1400"/>
              </a:spcBef>
              <a:buNone/>
            </a:pPr>
            <a:r>
              <a:rPr lang="en-US" sz="8800" dirty="0">
                <a:solidFill>
                  <a:srgbClr val="0B49CB"/>
                </a:solidFill>
                <a:latin typeface="Abadi"/>
              </a:rPr>
              <a:t>Executive Summary</a:t>
            </a:r>
          </a:p>
          <a:p>
            <a:pPr>
              <a:lnSpc>
                <a:spcPct val="120000"/>
              </a:lnSpc>
              <a:spcBef>
                <a:spcPts val="1400"/>
              </a:spcBef>
            </a:pPr>
            <a:r>
              <a:rPr lang="en-US" sz="8800" dirty="0">
                <a:solidFill>
                  <a:schemeClr val="accent3">
                    <a:lumMod val="25000"/>
                  </a:schemeClr>
                </a:solidFill>
                <a:latin typeface="Abadi"/>
              </a:rPr>
              <a:t>Perform exploratory data analysis (EDA) using visualization and SQL</a:t>
            </a:r>
          </a:p>
          <a:p>
            <a:pPr>
              <a:lnSpc>
                <a:spcPct val="120000"/>
              </a:lnSpc>
              <a:spcBef>
                <a:spcPts val="1400"/>
              </a:spcBef>
            </a:pPr>
            <a:r>
              <a:rPr lang="en-US" sz="8800" dirty="0">
                <a:solidFill>
                  <a:schemeClr val="accent3">
                    <a:lumMod val="25000"/>
                  </a:schemeClr>
                </a:solidFill>
                <a:latin typeface="Abadi"/>
              </a:rPr>
              <a:t>Perform interactive visual analytics using Folium and </a:t>
            </a:r>
            <a:r>
              <a:rPr lang="en-US" sz="8800" dirty="0" err="1">
                <a:solidFill>
                  <a:schemeClr val="accent3">
                    <a:lumMod val="25000"/>
                  </a:schemeClr>
                </a:solidFill>
                <a:latin typeface="Abadi"/>
              </a:rPr>
              <a:t>Plotly</a:t>
            </a:r>
            <a:r>
              <a:rPr lang="en-US" sz="8800" dirty="0">
                <a:solidFill>
                  <a:schemeClr val="accent3">
                    <a:lumMod val="25000"/>
                  </a:schemeClr>
                </a:solidFill>
                <a:latin typeface="Abadi"/>
              </a:rPr>
              <a:t> Dash</a:t>
            </a:r>
          </a:p>
          <a:p>
            <a:pPr>
              <a:lnSpc>
                <a:spcPct val="120000"/>
              </a:lnSpc>
              <a:spcBef>
                <a:spcPts val="1400"/>
              </a:spcBef>
            </a:pPr>
            <a:r>
              <a:rPr lang="en-US" sz="8800" dirty="0">
                <a:solidFill>
                  <a:schemeClr val="accent3">
                    <a:lumMod val="25000"/>
                  </a:schemeClr>
                </a:solidFill>
                <a:latin typeface="Abadi"/>
              </a:rPr>
              <a:t>Perform predictive analysis using classification models</a:t>
            </a:r>
          </a:p>
          <a:p>
            <a:pPr lvl="1">
              <a:lnSpc>
                <a:spcPct val="120000"/>
              </a:lnSpc>
              <a:spcBef>
                <a:spcPts val="1400"/>
              </a:spcBef>
            </a:pPr>
            <a:r>
              <a:rPr lang="en-GB" sz="7600" dirty="0">
                <a:solidFill>
                  <a:schemeClr val="bg2">
                    <a:lumMod val="50000"/>
                  </a:schemeClr>
                </a:solidFill>
                <a:latin typeface="Abadi"/>
              </a:rPr>
              <a:t>Data collected were normalized, divided into training and test data sets, and evaluated by four different classification models. The accuracy of each model was assessed using various combinations of parameters.</a:t>
            </a: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endParaRPr lang="en-US" sz="2200" dirty="0">
              <a:solidFill>
                <a:schemeClr val="accent3">
                  <a:lumMod val="25000"/>
                </a:schemeClr>
              </a:solidFill>
              <a:latin typeface="Abadi"/>
            </a:endParaRPr>
          </a:p>
        </p:txBody>
      </p:sp>
      <p:sp>
        <p:nvSpPr>
          <p:cNvPr id="13" name="Title 1">
            <a:extLst>
              <a:ext uri="{FF2B5EF4-FFF2-40B4-BE49-F238E27FC236}">
                <a16:creationId xmlns:a16="http://schemas.microsoft.com/office/drawing/2014/main" id="{13C62649-0825-4926-8E2A-2EBCCFE00EC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Methodology</a:t>
            </a:r>
            <a:endParaRPr lang="en-US" dirty="0">
              <a:solidFill>
                <a:srgbClr val="0B49CB"/>
              </a:solidFill>
            </a:endParaRPr>
          </a:p>
        </p:txBody>
      </p:sp>
    </p:spTree>
    <p:extLst>
      <p:ext uri="{BB962C8B-B14F-4D97-AF65-F5344CB8AC3E}">
        <p14:creationId xmlns:p14="http://schemas.microsoft.com/office/powerpoint/2010/main" val="564749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10515600" cy="4351338"/>
          </a:xfrm>
          <a:prstGeom prst="rect">
            <a:avLst/>
          </a:prstGeom>
        </p:spPr>
        <p:txBody>
          <a:bodyPr/>
          <a:lstStyle/>
          <a:p>
            <a:pPr>
              <a:lnSpc>
                <a:spcPct val="100000"/>
              </a:lnSpc>
              <a:spcBef>
                <a:spcPts val="1400"/>
              </a:spcBef>
            </a:pPr>
            <a:r>
              <a:rPr lang="en-GB" dirty="0">
                <a:solidFill>
                  <a:schemeClr val="accent3">
                    <a:lumMod val="25000"/>
                  </a:schemeClr>
                </a:solidFill>
                <a:latin typeface="Abadi" panose="020B0604020104020204" pitchFamily="34" charset="0"/>
              </a:rPr>
              <a:t>We collected data sets from SpaceX API and, using web scraping techniques, the Falcon9 Wikipedia page.</a:t>
            </a:r>
          </a:p>
          <a:p>
            <a:pPr>
              <a:lnSpc>
                <a:spcPct val="100000"/>
              </a:lnSpc>
              <a:spcBef>
                <a:spcPts val="1400"/>
              </a:spcBef>
            </a:pPr>
            <a:endParaRPr lang="en-GB" sz="2200" dirty="0">
              <a:solidFill>
                <a:schemeClr val="accent3">
                  <a:lumMod val="25000"/>
                </a:schemeClr>
              </a:solidFill>
              <a:latin typeface="Abadi" panose="020B0604020104020204" pitchFamily="34" charset="0"/>
            </a:endParaRPr>
          </a:p>
          <a:p>
            <a:pPr marL="0" indent="0">
              <a:buNone/>
            </a:pPr>
            <a:endParaRPr lang="en-US" dirty="0"/>
          </a:p>
        </p:txBody>
      </p:sp>
      <p:sp>
        <p:nvSpPr>
          <p:cNvPr id="12" name="Title 1">
            <a:extLst>
              <a:ext uri="{FF2B5EF4-FFF2-40B4-BE49-F238E27FC236}">
                <a16:creationId xmlns:a16="http://schemas.microsoft.com/office/drawing/2014/main" id="{D77AC1D2-8B41-4A7A-88CF-41E6B7D8C98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a:t>
            </a:r>
            <a:endParaRPr lang="en-US" dirty="0">
              <a:solidFill>
                <a:srgbClr val="0B49CB"/>
              </a:solidFill>
            </a:endParaRPr>
          </a:p>
        </p:txBody>
      </p:sp>
    </p:spTree>
    <p:extLst>
      <p:ext uri="{BB962C8B-B14F-4D97-AF65-F5344CB8AC3E}">
        <p14:creationId xmlns:p14="http://schemas.microsoft.com/office/powerpoint/2010/main" val="3288665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9</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820738" y="1800225"/>
            <a:ext cx="10387674" cy="4225925"/>
          </a:xfrm>
          <a:prstGeom prst="rect">
            <a:avLst/>
          </a:prstGeom>
        </p:spPr>
        <p:txBody>
          <a:bodyPr vert="horz" lIns="91440" tIns="45720" rIns="91440" bIns="45720" rtlCol="0" anchor="t">
            <a:normAutofit lnSpcReduction="10000"/>
          </a:bodyPr>
          <a:lstStyle/>
          <a:p>
            <a:pPr>
              <a:lnSpc>
                <a:spcPct val="100000"/>
              </a:lnSpc>
              <a:spcBef>
                <a:spcPts val="1400"/>
              </a:spcBef>
            </a:pPr>
            <a:r>
              <a:rPr lang="en-GB" sz="2200" dirty="0">
                <a:solidFill>
                  <a:schemeClr val="accent3">
                    <a:lumMod val="25000"/>
                  </a:schemeClr>
                </a:solidFill>
                <a:latin typeface="Abadi" panose="020B0604020104020204" pitchFamily="34" charset="0"/>
              </a:rPr>
              <a:t>We first requested rocket launch data from SpaceX API.</a:t>
            </a:r>
          </a:p>
          <a:p>
            <a:pPr>
              <a:lnSpc>
                <a:spcPct val="100000"/>
              </a:lnSpc>
              <a:spcBef>
                <a:spcPts val="1400"/>
              </a:spcBef>
            </a:pPr>
            <a:r>
              <a:rPr lang="en-GB" sz="2200" dirty="0">
                <a:solidFill>
                  <a:schemeClr val="accent3">
                    <a:lumMod val="25000"/>
                  </a:schemeClr>
                </a:solidFill>
                <a:latin typeface="Abadi"/>
              </a:rPr>
              <a:t>Then we used the API again to get information about the launches using the IDs given for each launch. Specifically, we used columns rocket, payloads, launchpad, and cores.</a:t>
            </a:r>
          </a:p>
          <a:p>
            <a:pPr lvl="1">
              <a:lnSpc>
                <a:spcPct val="100000"/>
              </a:lnSpc>
              <a:spcBef>
                <a:spcPts val="1400"/>
              </a:spcBef>
            </a:pPr>
            <a:r>
              <a:rPr lang="en-GB" sz="1800" dirty="0">
                <a:solidFill>
                  <a:schemeClr val="accent3">
                    <a:lumMod val="25000"/>
                  </a:schemeClr>
                </a:solidFill>
                <a:latin typeface="Abadi"/>
              </a:rPr>
              <a:t>From the </a:t>
            </a:r>
            <a:r>
              <a:rPr lang="en-GB" sz="1800" b="1" u="sng" dirty="0">
                <a:solidFill>
                  <a:schemeClr val="accent3">
                    <a:lumMod val="25000"/>
                  </a:schemeClr>
                </a:solidFill>
                <a:latin typeface="Abadi"/>
              </a:rPr>
              <a:t>rocket</a:t>
            </a:r>
            <a:r>
              <a:rPr lang="en-GB" sz="1800" dirty="0">
                <a:solidFill>
                  <a:schemeClr val="accent3">
                    <a:lumMod val="25000"/>
                  </a:schemeClr>
                </a:solidFill>
                <a:latin typeface="Abadi"/>
              </a:rPr>
              <a:t> we learned the booster's name</a:t>
            </a:r>
          </a:p>
          <a:p>
            <a:pPr lvl="1">
              <a:lnSpc>
                <a:spcPct val="100000"/>
              </a:lnSpc>
              <a:spcBef>
                <a:spcPts val="1400"/>
              </a:spcBef>
            </a:pPr>
            <a:r>
              <a:rPr lang="en-GB" sz="1800" dirty="0">
                <a:solidFill>
                  <a:schemeClr val="accent3">
                    <a:lumMod val="25000"/>
                  </a:schemeClr>
                </a:solidFill>
                <a:latin typeface="Abadi"/>
              </a:rPr>
              <a:t>From the </a:t>
            </a:r>
            <a:r>
              <a:rPr lang="en-GB" sz="1800" b="1" u="sng" dirty="0">
                <a:solidFill>
                  <a:schemeClr val="accent3">
                    <a:lumMod val="25000"/>
                  </a:schemeClr>
                </a:solidFill>
                <a:latin typeface="Abadi"/>
              </a:rPr>
              <a:t>payload</a:t>
            </a:r>
            <a:r>
              <a:rPr lang="en-GB" sz="1800" dirty="0">
                <a:solidFill>
                  <a:schemeClr val="accent3">
                    <a:lumMod val="25000"/>
                  </a:schemeClr>
                </a:solidFill>
                <a:latin typeface="Abadi"/>
              </a:rPr>
              <a:t> we learned the mass of the payload and the orbit that it is going to</a:t>
            </a:r>
          </a:p>
          <a:p>
            <a:pPr lvl="1">
              <a:lnSpc>
                <a:spcPct val="100000"/>
              </a:lnSpc>
              <a:spcBef>
                <a:spcPts val="1400"/>
              </a:spcBef>
            </a:pPr>
            <a:r>
              <a:rPr lang="en-GB" sz="1800" dirty="0">
                <a:solidFill>
                  <a:schemeClr val="accent3">
                    <a:lumMod val="25000"/>
                  </a:schemeClr>
                </a:solidFill>
                <a:latin typeface="Abadi"/>
              </a:rPr>
              <a:t>From the </a:t>
            </a:r>
            <a:r>
              <a:rPr lang="en-GB" sz="1800" b="1" u="sng" dirty="0">
                <a:solidFill>
                  <a:schemeClr val="accent3">
                    <a:lumMod val="25000"/>
                  </a:schemeClr>
                </a:solidFill>
                <a:latin typeface="Abadi"/>
              </a:rPr>
              <a:t>launchpad</a:t>
            </a:r>
            <a:r>
              <a:rPr lang="en-GB" sz="1800" dirty="0">
                <a:solidFill>
                  <a:schemeClr val="accent3">
                    <a:lumMod val="25000"/>
                  </a:schemeClr>
                </a:solidFill>
                <a:latin typeface="Abadi"/>
              </a:rPr>
              <a:t> we learned the name of the launch site being used, its longitude, and latitude.</a:t>
            </a:r>
          </a:p>
          <a:p>
            <a:pPr lvl="1">
              <a:lnSpc>
                <a:spcPct val="100000"/>
              </a:lnSpc>
              <a:spcBef>
                <a:spcPts val="1400"/>
              </a:spcBef>
            </a:pPr>
            <a:r>
              <a:rPr lang="en-GB" sz="1800" dirty="0">
                <a:solidFill>
                  <a:schemeClr val="accent3">
                    <a:lumMod val="25000"/>
                  </a:schemeClr>
                </a:solidFill>
                <a:latin typeface="Abadi"/>
              </a:rPr>
              <a:t>From </a:t>
            </a:r>
            <a:r>
              <a:rPr lang="en-GB" sz="1800" b="1" u="sng" dirty="0">
                <a:solidFill>
                  <a:schemeClr val="accent3">
                    <a:lumMod val="25000"/>
                  </a:schemeClr>
                </a:solidFill>
                <a:latin typeface="Abadi"/>
              </a:rPr>
              <a:t>cores</a:t>
            </a:r>
            <a:r>
              <a:rPr lang="en-GB" sz="1800" dirty="0">
                <a:solidFill>
                  <a:schemeClr val="accent3">
                    <a:lumMod val="25000"/>
                  </a:schemeClr>
                </a:solidFill>
                <a:latin typeface="Abadi"/>
              </a:rPr>
              <a:t>, we learned the outcome and the type of the landing, the number of flights with that core, whether grid fins were used, whether the core was reused, and other pieces of information.</a:t>
            </a:r>
          </a:p>
          <a:p>
            <a:pPr>
              <a:lnSpc>
                <a:spcPct val="100000"/>
              </a:lnSpc>
              <a:spcBef>
                <a:spcPts val="1400"/>
              </a:spcBef>
            </a:pPr>
            <a:r>
              <a:rPr lang="en-US" sz="2600" dirty="0">
                <a:solidFill>
                  <a:schemeClr val="accent3">
                    <a:lumMod val="25000"/>
                  </a:schemeClr>
                </a:solidFill>
                <a:latin typeface="Abadi" panose="020B0604020104020204" pitchFamily="34" charset="0"/>
                <a:hlinkClick r:id="rId3"/>
              </a:rPr>
              <a:t>GitHub URL of the completed SpaceX API calls notebook </a:t>
            </a:r>
            <a:endParaRPr lang="en-US" dirty="0"/>
          </a:p>
          <a:p>
            <a:endParaRPr lang="en-US" dirty="0"/>
          </a:p>
        </p:txBody>
      </p:sp>
      <p:sp>
        <p:nvSpPr>
          <p:cNvPr id="4" name="Title 1">
            <a:extLst>
              <a:ext uri="{FF2B5EF4-FFF2-40B4-BE49-F238E27FC236}">
                <a16:creationId xmlns:a16="http://schemas.microsoft.com/office/drawing/2014/main" id="{5066AA34-20EE-4A59-B343-346A8DB5667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SpaceX API</a:t>
            </a:r>
          </a:p>
        </p:txBody>
      </p:sp>
    </p:spTree>
    <p:extLst>
      <p:ext uri="{BB962C8B-B14F-4D97-AF65-F5344CB8AC3E}">
        <p14:creationId xmlns:p14="http://schemas.microsoft.com/office/powerpoint/2010/main" val="280316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72D0411-8FF8-C540-84AE-DBA0703D368C}"/>
              </a:ext>
            </a:extLst>
          </p:cNvPr>
          <p:cNvSpPr>
            <a:spLocks noGrp="1"/>
          </p:cNvSpPr>
          <p:nvPr>
            <p:ph type="sldNum" sz="quarter" idx="12"/>
          </p:nvPr>
        </p:nvSpPr>
        <p:spPr/>
        <p:txBody>
          <a:bodyPr/>
          <a:lstStyle/>
          <a:p>
            <a:fld id="{5075537C-CA84-1446-933C-8E9D027F9201}" type="slidenum">
              <a:rPr lang="en-US" smtClean="0"/>
              <a:t>10</a:t>
            </a:fld>
            <a:endParaRPr lang="en-US"/>
          </a:p>
        </p:txBody>
      </p:sp>
      <p:sp>
        <p:nvSpPr>
          <p:cNvPr id="3" name="Text Placeholder 2">
            <a:extLst>
              <a:ext uri="{FF2B5EF4-FFF2-40B4-BE49-F238E27FC236}">
                <a16:creationId xmlns:a16="http://schemas.microsoft.com/office/drawing/2014/main" id="{AB0AB2AC-B7E6-6849-9AE9-697369407F8F}"/>
              </a:ext>
            </a:extLst>
          </p:cNvPr>
          <p:cNvSpPr>
            <a:spLocks noGrp="1"/>
          </p:cNvSpPr>
          <p:nvPr>
            <p:ph type="body" sz="half" idx="4294967295"/>
          </p:nvPr>
        </p:nvSpPr>
        <p:spPr>
          <a:xfrm>
            <a:off x="922411" y="1792288"/>
            <a:ext cx="10363200" cy="3811587"/>
          </a:xfrm>
          <a:prstGeom prst="rect">
            <a:avLst/>
          </a:prstGeom>
        </p:spPr>
        <p:txBody>
          <a:bodyPr lIns="91440" tIns="45720" rIns="91440" bIns="45720" anchor="t">
            <a:noAutofit/>
          </a:bodyPr>
          <a:lstStyle/>
          <a:p>
            <a:pPr>
              <a:lnSpc>
                <a:spcPct val="100000"/>
              </a:lnSpc>
              <a:spcBef>
                <a:spcPts val="1400"/>
              </a:spcBef>
            </a:pPr>
            <a:r>
              <a:rPr lang="en-GB" sz="2200" dirty="0">
                <a:solidFill>
                  <a:schemeClr val="accent3">
                    <a:lumMod val="25000"/>
                  </a:schemeClr>
                </a:solidFill>
                <a:latin typeface="Abadi"/>
              </a:rPr>
              <a:t>We performed web scraping to collect Falcon 9 historical launch records from a Wikipedia page titled List of Falcon 9 and Falcon Heavy launches</a:t>
            </a:r>
            <a:br>
              <a:rPr lang="en-GB" sz="2200" dirty="0">
                <a:solidFill>
                  <a:schemeClr val="accent3">
                    <a:lumMod val="25000"/>
                  </a:schemeClr>
                </a:solidFill>
                <a:latin typeface="Abadi"/>
              </a:rPr>
            </a:br>
            <a:r>
              <a:rPr lang="en-US" sz="1600" b="0" i="0" u="none" strike="noStrike" dirty="0">
                <a:effectLst/>
                <a:latin typeface="-apple-system"/>
                <a:hlinkClick r:id="rId3"/>
              </a:rPr>
              <a:t>https://en.wikipedia.org/wiki/List_of_Falcon\_9\_and_Falcon_Heavy_launches</a:t>
            </a:r>
            <a:endParaRPr lang="en-US" sz="1600" b="0" i="0" u="none" strike="noStrike" dirty="0">
              <a:effectLst/>
              <a:latin typeface="-apple-system"/>
            </a:endParaRPr>
          </a:p>
          <a:p>
            <a:pPr>
              <a:lnSpc>
                <a:spcPct val="100000"/>
              </a:lnSpc>
              <a:spcBef>
                <a:spcPts val="1400"/>
              </a:spcBef>
            </a:pPr>
            <a:endParaRPr lang="en-GB" sz="2200" dirty="0">
              <a:solidFill>
                <a:schemeClr val="accent3">
                  <a:lumMod val="25000"/>
                </a:schemeClr>
              </a:solidFill>
              <a:latin typeface="Abadi"/>
            </a:endParaRPr>
          </a:p>
          <a:p>
            <a:pPr>
              <a:lnSpc>
                <a:spcPct val="100000"/>
              </a:lnSpc>
              <a:spcBef>
                <a:spcPts val="1400"/>
              </a:spcBef>
            </a:pPr>
            <a:r>
              <a:rPr lang="en-GB" sz="2200" dirty="0">
                <a:solidFill>
                  <a:schemeClr val="accent3">
                    <a:lumMod val="25000"/>
                  </a:schemeClr>
                </a:solidFill>
                <a:latin typeface="Abadi" panose="020B0604020104020204" pitchFamily="34" charset="0"/>
              </a:rPr>
              <a:t>During this process we scrapped Falcon 9 launch records with </a:t>
            </a:r>
            <a:r>
              <a:rPr lang="en-GB" sz="2200" dirty="0" err="1">
                <a:solidFill>
                  <a:schemeClr val="accent3">
                    <a:lumMod val="25000"/>
                  </a:schemeClr>
                </a:solidFill>
                <a:latin typeface="Abadi" panose="020B0604020104020204" pitchFamily="34" charset="0"/>
              </a:rPr>
              <a:t>BeautifulSoup</a:t>
            </a:r>
            <a:r>
              <a:rPr lang="en-GB" sz="2200" dirty="0">
                <a:solidFill>
                  <a:schemeClr val="accent3">
                    <a:lumMod val="25000"/>
                  </a:schemeClr>
                </a:solidFill>
                <a:latin typeface="Abadi" panose="020B0604020104020204" pitchFamily="34" charset="0"/>
              </a:rPr>
              <a:t>:</a:t>
            </a:r>
          </a:p>
          <a:p>
            <a:pPr lvl="1">
              <a:lnSpc>
                <a:spcPct val="100000"/>
              </a:lnSpc>
              <a:spcBef>
                <a:spcPts val="1400"/>
              </a:spcBef>
            </a:pPr>
            <a:r>
              <a:rPr lang="en-GB" sz="1800" dirty="0">
                <a:solidFill>
                  <a:schemeClr val="accent3">
                    <a:lumMod val="25000"/>
                  </a:schemeClr>
                </a:solidFill>
                <a:latin typeface="Abadi" panose="020B0604020104020204" pitchFamily="34" charset="0"/>
              </a:rPr>
              <a:t>Extracting a Falcon 9 launch records HTML table from Wikipedia</a:t>
            </a:r>
          </a:p>
          <a:p>
            <a:pPr lvl="1">
              <a:lnSpc>
                <a:spcPct val="100000"/>
              </a:lnSpc>
              <a:spcBef>
                <a:spcPts val="1400"/>
              </a:spcBef>
            </a:pPr>
            <a:r>
              <a:rPr lang="en-GB" sz="1800" dirty="0">
                <a:solidFill>
                  <a:schemeClr val="accent3">
                    <a:lumMod val="25000"/>
                  </a:schemeClr>
                </a:solidFill>
                <a:latin typeface="Abadi" panose="020B0604020104020204" pitchFamily="34" charset="0"/>
              </a:rPr>
              <a:t>Parsing the table and convert it into a Pandas data frame</a:t>
            </a:r>
          </a:p>
          <a:p>
            <a:pPr lvl="1">
              <a:lnSpc>
                <a:spcPct val="100000"/>
              </a:lnSpc>
              <a:spcBef>
                <a:spcPts val="1400"/>
              </a:spcBef>
            </a:pPr>
            <a:endParaRPr lang="en-US" sz="18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hlinkClick r:id="rId4"/>
              </a:rPr>
              <a:t>GitHub URL of the completed web scraping notebook</a:t>
            </a: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6B84506E-0B2F-4BA8-892E-8CE3753AF954}"/>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endParaRPr lang="en-US">
              <a:solidFill>
                <a:srgbClr val="1C7DDB"/>
              </a:solidFill>
              <a:latin typeface="Abadi"/>
            </a:endParaRPr>
          </a:p>
        </p:txBody>
      </p:sp>
      <p:sp>
        <p:nvSpPr>
          <p:cNvPr id="11" name="Title 1">
            <a:extLst>
              <a:ext uri="{FF2B5EF4-FFF2-40B4-BE49-F238E27FC236}">
                <a16:creationId xmlns:a16="http://schemas.microsoft.com/office/drawing/2014/main" id="{84F5ABFD-B4D4-43FF-959F-AFAF45B45269}"/>
              </a:ext>
            </a:extLst>
          </p:cNvPr>
          <p:cNvSpPr txBox="1">
            <a:spLocks/>
          </p:cNvSpPr>
          <p:nvPr/>
        </p:nvSpPr>
        <p:spPr>
          <a:xfrm>
            <a:off x="922411" y="6910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Collection - Scraping</a:t>
            </a:r>
            <a:endParaRPr lang="en-US" dirty="0">
              <a:solidFill>
                <a:srgbClr val="0B49CB"/>
              </a:solidFill>
            </a:endParaRPr>
          </a:p>
        </p:txBody>
      </p:sp>
    </p:spTree>
    <p:extLst>
      <p:ext uri="{BB962C8B-B14F-4D97-AF65-F5344CB8AC3E}">
        <p14:creationId xmlns:p14="http://schemas.microsoft.com/office/powerpoint/2010/main" val="1385553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21CA9-7CB7-1046-8FA0-21F127C19A59}"/>
              </a:ext>
            </a:extLst>
          </p:cNvPr>
          <p:cNvSpPr>
            <a:spLocks noGrp="1"/>
          </p:cNvSpPr>
          <p:nvPr>
            <p:ph type="sldNum" sz="quarter" idx="12"/>
          </p:nvPr>
        </p:nvSpPr>
        <p:spPr/>
        <p:txBody>
          <a:bodyPr/>
          <a:lstStyle/>
          <a:p>
            <a:fld id="{5075537C-CA84-1446-933C-8E9D027F9201}" type="slidenum">
              <a:rPr lang="en-US" smtClean="0"/>
              <a:t>11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1" y="1825625"/>
            <a:ext cx="10180350" cy="4351338"/>
          </a:xfrm>
          <a:prstGeom prst="rect">
            <a:avLst/>
          </a:prstGeom>
        </p:spPr>
        <p:txBody>
          <a:bodyPr/>
          <a:lstStyle/>
          <a:p>
            <a:r>
              <a:rPr lang="en-GB" sz="2400" dirty="0">
                <a:solidFill>
                  <a:schemeClr val="accent3">
                    <a:lumMod val="25000"/>
                  </a:schemeClr>
                </a:solidFill>
                <a:latin typeface="Abadi" panose="020B0604020104020204" pitchFamily="34" charset="0"/>
              </a:rPr>
              <a:t>We performed some Exploratory Data Analysis (EDA) to find patterns in the data and determine what would be the label for training supervised models.</a:t>
            </a:r>
          </a:p>
          <a:p>
            <a:pPr marL="0" indent="0">
              <a:buNone/>
            </a:pPr>
            <a:endParaRPr lang="en-GB" sz="2400" dirty="0">
              <a:solidFill>
                <a:schemeClr val="accent3">
                  <a:lumMod val="25000"/>
                </a:schemeClr>
              </a:solidFill>
              <a:latin typeface="Abadi" panose="020B0604020104020204" pitchFamily="34" charset="0"/>
            </a:endParaRPr>
          </a:p>
          <a:p>
            <a:r>
              <a:rPr lang="en-GB" sz="2400" dirty="0">
                <a:solidFill>
                  <a:schemeClr val="accent3">
                    <a:lumMod val="25000"/>
                  </a:schemeClr>
                </a:solidFill>
                <a:latin typeface="Abadi" panose="020B0604020104020204" pitchFamily="34" charset="0"/>
              </a:rPr>
              <a:t>The main contribution was converting landing outcomes into training labels with ‘1’ meaning the booster successfully landed and ‘0’ representing the landing was unsuccessful.</a:t>
            </a:r>
          </a:p>
          <a:p>
            <a:endParaRPr lang="en-US" sz="2400" dirty="0">
              <a:solidFill>
                <a:schemeClr val="accent3">
                  <a:lumMod val="25000"/>
                </a:schemeClr>
              </a:solidFill>
              <a:latin typeface="Abadi" panose="020B0604020104020204" pitchFamily="34" charset="0"/>
            </a:endParaRPr>
          </a:p>
          <a:p>
            <a:r>
              <a:rPr lang="en-US" sz="2400" dirty="0">
                <a:solidFill>
                  <a:schemeClr val="accent3">
                    <a:lumMod val="25000"/>
                  </a:schemeClr>
                </a:solidFill>
                <a:latin typeface="Abadi" panose="020B0604020104020204" pitchFamily="34" charset="0"/>
                <a:hlinkClick r:id="rId3"/>
              </a:rPr>
              <a:t>GitHub URL of your completed data wrangling related notebooks</a:t>
            </a:r>
            <a:endParaRPr lang="en-US" sz="2400" dirty="0">
              <a:solidFill>
                <a:schemeClr val="accent3">
                  <a:lumMod val="25000"/>
                </a:schemeClr>
              </a:solidFill>
              <a:latin typeface="Abadi" panose="020B0604020104020204" pitchFamily="34" charset="0"/>
            </a:endParaRPr>
          </a:p>
          <a:p>
            <a:endParaRPr lang="en-US" dirty="0"/>
          </a:p>
          <a:p>
            <a:endParaRPr lang="en-US" dirty="0"/>
          </a:p>
          <a:p>
            <a:endParaRPr lang="en-US" dirty="0"/>
          </a:p>
        </p:txBody>
      </p:sp>
      <p:sp>
        <p:nvSpPr>
          <p:cNvPr id="8" name="Title 1">
            <a:extLst>
              <a:ext uri="{FF2B5EF4-FFF2-40B4-BE49-F238E27FC236}">
                <a16:creationId xmlns:a16="http://schemas.microsoft.com/office/drawing/2014/main" id="{2A665A13-3129-46DF-B847-F273F3E96BE6}"/>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Data Wrangling</a:t>
            </a:r>
          </a:p>
        </p:txBody>
      </p:sp>
    </p:spTree>
    <p:extLst>
      <p:ext uri="{BB962C8B-B14F-4D97-AF65-F5344CB8AC3E}">
        <p14:creationId xmlns:p14="http://schemas.microsoft.com/office/powerpoint/2010/main" val="2987552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4E03D3-761E-7549-A4C6-7E585EBC4F01}"/>
              </a:ext>
            </a:extLst>
          </p:cNvPr>
          <p:cNvSpPr>
            <a:spLocks noGrp="1"/>
          </p:cNvSpPr>
          <p:nvPr>
            <p:ph type="sldNum" sz="quarter" idx="12"/>
          </p:nvPr>
        </p:nvSpPr>
        <p:spPr/>
        <p:txBody>
          <a:bodyPr/>
          <a:lstStyle/>
          <a:p>
            <a:fld id="{5075537C-CA84-1446-933C-8E9D027F9201}" type="slidenum">
              <a:rPr lang="en-US" smtClean="0"/>
              <a:t>12</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GB" sz="2200" dirty="0">
                <a:solidFill>
                  <a:schemeClr val="accent3">
                    <a:lumMod val="25000"/>
                  </a:schemeClr>
                </a:solidFill>
                <a:latin typeface="Abadi"/>
              </a:rPr>
              <a:t>We rendered scatter plots and bar plots to visualize the relationship between pair of features:</a:t>
            </a:r>
          </a:p>
          <a:p>
            <a:pPr lvl="1">
              <a:lnSpc>
                <a:spcPct val="100000"/>
              </a:lnSpc>
              <a:spcBef>
                <a:spcPts val="1400"/>
              </a:spcBef>
            </a:pPr>
            <a:r>
              <a:rPr lang="en-GB" sz="1800" dirty="0">
                <a:solidFill>
                  <a:schemeClr val="accent3">
                    <a:lumMod val="25000"/>
                  </a:schemeClr>
                </a:solidFill>
                <a:latin typeface="Abadi"/>
              </a:rPr>
              <a:t>Payload Mass vs Flight Number</a:t>
            </a:r>
          </a:p>
          <a:p>
            <a:pPr lvl="1">
              <a:lnSpc>
                <a:spcPct val="100000"/>
              </a:lnSpc>
              <a:spcBef>
                <a:spcPts val="1400"/>
              </a:spcBef>
            </a:pPr>
            <a:r>
              <a:rPr lang="en-GB" sz="1800" dirty="0">
                <a:solidFill>
                  <a:schemeClr val="accent3">
                    <a:lumMod val="25000"/>
                  </a:schemeClr>
                </a:solidFill>
                <a:latin typeface="Abadi"/>
              </a:rPr>
              <a:t>Launch Site vs Flight Number</a:t>
            </a:r>
          </a:p>
          <a:p>
            <a:pPr lvl="1">
              <a:lnSpc>
                <a:spcPct val="100000"/>
              </a:lnSpc>
              <a:spcBef>
                <a:spcPts val="1400"/>
              </a:spcBef>
            </a:pPr>
            <a:r>
              <a:rPr lang="en-GB" sz="1800" dirty="0">
                <a:solidFill>
                  <a:schemeClr val="accent3">
                    <a:lumMod val="25000"/>
                  </a:schemeClr>
                </a:solidFill>
                <a:latin typeface="Abadi"/>
              </a:rPr>
              <a:t>Launch Site vs Payload Mass</a:t>
            </a:r>
          </a:p>
          <a:p>
            <a:pPr lvl="1">
              <a:lnSpc>
                <a:spcPct val="100000"/>
              </a:lnSpc>
              <a:spcBef>
                <a:spcPts val="1400"/>
              </a:spcBef>
            </a:pPr>
            <a:r>
              <a:rPr lang="en-GB" sz="1800" dirty="0">
                <a:solidFill>
                  <a:schemeClr val="accent3">
                    <a:lumMod val="25000"/>
                  </a:schemeClr>
                </a:solidFill>
                <a:latin typeface="Abadi"/>
              </a:rPr>
              <a:t>Orbit vs Flight Number</a:t>
            </a:r>
          </a:p>
          <a:p>
            <a:pPr lvl="1">
              <a:lnSpc>
                <a:spcPct val="100000"/>
              </a:lnSpc>
              <a:spcBef>
                <a:spcPts val="1400"/>
              </a:spcBef>
            </a:pPr>
            <a:r>
              <a:rPr lang="en-GB" sz="1800" dirty="0">
                <a:solidFill>
                  <a:schemeClr val="accent3">
                    <a:lumMod val="25000"/>
                  </a:schemeClr>
                </a:solidFill>
                <a:latin typeface="Abadi"/>
              </a:rPr>
              <a:t>Payload vs Orbit</a:t>
            </a:r>
          </a:p>
          <a:p>
            <a:pPr marL="457200" lvl="1" indent="0">
              <a:lnSpc>
                <a:spcPct val="100000"/>
              </a:lnSpc>
              <a:spcBef>
                <a:spcPts val="1400"/>
              </a:spcBef>
              <a:buNone/>
            </a:pPr>
            <a:endParaRPr lang="en-US" sz="18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your completed EDA with data visualization notebook</a:t>
            </a:r>
            <a:endParaRPr lang="en-US" sz="2200" dirty="0">
              <a:solidFill>
                <a:schemeClr val="accent3">
                  <a:lumMod val="25000"/>
                </a:schemeClr>
              </a:solidFill>
              <a:latin typeface="Abadi" panose="020B0604020104020204" pitchFamily="34" charset="0"/>
            </a:endParaRPr>
          </a:p>
          <a:p>
            <a:endParaRPr lang="en-US" dirty="0"/>
          </a:p>
        </p:txBody>
      </p:sp>
      <p:sp>
        <p:nvSpPr>
          <p:cNvPr id="3" name="Title 1">
            <a:extLst>
              <a:ext uri="{FF2B5EF4-FFF2-40B4-BE49-F238E27FC236}">
                <a16:creationId xmlns:a16="http://schemas.microsoft.com/office/drawing/2014/main" id="{D9E97D81-A978-4758-8A93-47C19B10407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Data Visualization</a:t>
            </a:r>
          </a:p>
        </p:txBody>
      </p:sp>
    </p:spTree>
    <p:extLst>
      <p:ext uri="{BB962C8B-B14F-4D97-AF65-F5344CB8AC3E}">
        <p14:creationId xmlns:p14="http://schemas.microsoft.com/office/powerpoint/2010/main" val="779971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7B1B70-690D-5945-90C2-196E1304B45D}"/>
              </a:ext>
            </a:extLst>
          </p:cNvPr>
          <p:cNvSpPr>
            <a:spLocks noGrp="1"/>
          </p:cNvSpPr>
          <p:nvPr>
            <p:ph type="sldNum" sz="quarter" idx="12"/>
          </p:nvPr>
        </p:nvSpPr>
        <p:spPr/>
        <p:txBody>
          <a:bodyPr/>
          <a:lstStyle/>
          <a:p>
            <a:fld id="{5075537C-CA84-1446-933C-8E9D027F9201}" type="slidenum">
              <a:rPr lang="en-US" smtClean="0"/>
              <a:t>13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06575"/>
            <a:ext cx="10687962"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We used SQL queries to:</a:t>
            </a:r>
          </a:p>
          <a:p>
            <a:pPr lvl="1">
              <a:lnSpc>
                <a:spcPct val="100000"/>
              </a:lnSpc>
              <a:spcBef>
                <a:spcPts val="1400"/>
              </a:spcBef>
            </a:pPr>
            <a:r>
              <a:rPr lang="en-GB" sz="1400" dirty="0">
                <a:solidFill>
                  <a:schemeClr val="accent3">
                    <a:lumMod val="25000"/>
                  </a:schemeClr>
                </a:solidFill>
                <a:latin typeface="Abadi"/>
              </a:rPr>
              <a:t>Display the names of the unique launch sites in the space mission</a:t>
            </a:r>
          </a:p>
          <a:p>
            <a:pPr lvl="1">
              <a:lnSpc>
                <a:spcPct val="100000"/>
              </a:lnSpc>
              <a:spcBef>
                <a:spcPts val="1400"/>
              </a:spcBef>
            </a:pPr>
            <a:r>
              <a:rPr lang="en-GB" sz="1400" dirty="0">
                <a:solidFill>
                  <a:schemeClr val="accent3">
                    <a:lumMod val="25000"/>
                  </a:schemeClr>
                </a:solidFill>
                <a:latin typeface="Abadi"/>
              </a:rPr>
              <a:t>Display 5 records where launch sites begin with the string 'CCA’</a:t>
            </a:r>
          </a:p>
          <a:p>
            <a:pPr lvl="1">
              <a:lnSpc>
                <a:spcPct val="100000"/>
              </a:lnSpc>
              <a:spcBef>
                <a:spcPts val="1400"/>
              </a:spcBef>
            </a:pPr>
            <a:r>
              <a:rPr lang="en-GB" sz="1400" dirty="0">
                <a:solidFill>
                  <a:schemeClr val="accent3">
                    <a:lumMod val="25000"/>
                  </a:schemeClr>
                </a:solidFill>
                <a:latin typeface="Abadi"/>
              </a:rPr>
              <a:t>Display the total payload mass carried by boosters launched by NASA (CRS)</a:t>
            </a:r>
          </a:p>
          <a:p>
            <a:pPr lvl="1">
              <a:lnSpc>
                <a:spcPct val="100000"/>
              </a:lnSpc>
              <a:spcBef>
                <a:spcPts val="1400"/>
              </a:spcBef>
            </a:pPr>
            <a:r>
              <a:rPr lang="en-GB" sz="1400" dirty="0">
                <a:solidFill>
                  <a:schemeClr val="accent3">
                    <a:lumMod val="25000"/>
                  </a:schemeClr>
                </a:solidFill>
                <a:latin typeface="Abadi"/>
              </a:rPr>
              <a:t>Display average payload mass carried by booster version F9 v1.1</a:t>
            </a:r>
          </a:p>
          <a:p>
            <a:pPr lvl="1">
              <a:lnSpc>
                <a:spcPct val="100000"/>
              </a:lnSpc>
              <a:spcBef>
                <a:spcPts val="1400"/>
              </a:spcBef>
            </a:pPr>
            <a:r>
              <a:rPr lang="en-GB" sz="1400" dirty="0">
                <a:solidFill>
                  <a:schemeClr val="accent3">
                    <a:lumMod val="25000"/>
                  </a:schemeClr>
                </a:solidFill>
                <a:latin typeface="Abadi"/>
              </a:rPr>
              <a:t>List the date when the first successful landing outcome in ground pad was achieved.</a:t>
            </a:r>
          </a:p>
          <a:p>
            <a:pPr lvl="1">
              <a:lnSpc>
                <a:spcPct val="100000"/>
              </a:lnSpc>
              <a:spcBef>
                <a:spcPts val="1400"/>
              </a:spcBef>
            </a:pPr>
            <a:r>
              <a:rPr lang="en-GB" sz="1400" dirty="0">
                <a:solidFill>
                  <a:schemeClr val="accent3">
                    <a:lumMod val="25000"/>
                  </a:schemeClr>
                </a:solidFill>
                <a:latin typeface="Abadi"/>
              </a:rPr>
              <a:t>List the names of the boosters which have success in drone ship and have payload mass greater than 4000 but less than 6000</a:t>
            </a:r>
            <a:endParaRPr lang="en-US" sz="1400" dirty="0">
              <a:solidFill>
                <a:schemeClr val="accent3">
                  <a:lumMod val="25000"/>
                </a:schemeClr>
              </a:solidFill>
              <a:latin typeface="Abadi"/>
            </a:endParaRPr>
          </a:p>
          <a:p>
            <a:pPr lvl="1">
              <a:lnSpc>
                <a:spcPct val="100000"/>
              </a:lnSpc>
              <a:spcBef>
                <a:spcPts val="1400"/>
              </a:spcBef>
            </a:pPr>
            <a:r>
              <a:rPr lang="en-GB" sz="1400" dirty="0">
                <a:solidFill>
                  <a:schemeClr val="accent3">
                    <a:lumMod val="25000"/>
                  </a:schemeClr>
                </a:solidFill>
                <a:latin typeface="Abadi" panose="020B0604020104020204" pitchFamily="34" charset="0"/>
              </a:rPr>
              <a:t>List the total number of successful and failure mission outcomes</a:t>
            </a:r>
          </a:p>
          <a:p>
            <a:pPr lvl="1">
              <a:lnSpc>
                <a:spcPct val="100000"/>
              </a:lnSpc>
              <a:spcBef>
                <a:spcPts val="1400"/>
              </a:spcBef>
            </a:pPr>
            <a:r>
              <a:rPr lang="en-GB" sz="1400" dirty="0">
                <a:solidFill>
                  <a:schemeClr val="accent3">
                    <a:lumMod val="25000"/>
                  </a:schemeClr>
                </a:solidFill>
                <a:latin typeface="Abadi" panose="020B0604020104020204" pitchFamily="34" charset="0"/>
              </a:rPr>
              <a:t>List the names of the booster versions which have carried the maximum payload mass</a:t>
            </a:r>
            <a:r>
              <a:rPr lang="en-GB" sz="1600" dirty="0">
                <a:solidFill>
                  <a:schemeClr val="accent3">
                    <a:lumMod val="25000"/>
                  </a:schemeClr>
                </a:solidFill>
                <a:latin typeface="Abadi" panose="020B0604020104020204" pitchFamily="34" charset="0"/>
              </a:rPr>
              <a:t>.</a:t>
            </a:r>
            <a:endParaRPr lang="en-US" sz="16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your completed EDA with SQL notebook</a:t>
            </a:r>
            <a:endParaRPr lang="en-US" sz="2200" dirty="0">
              <a:solidFill>
                <a:schemeClr val="accent3">
                  <a:lumMod val="25000"/>
                </a:schemeClr>
              </a:solidFill>
              <a:latin typeface="Abadi" panose="020B0604020104020204" pitchFamily="34" charset="0"/>
            </a:endParaRPr>
          </a:p>
          <a:p>
            <a:endParaRPr lang="en-US" dirty="0"/>
          </a:p>
          <a:p>
            <a:endParaRPr lang="en-US" dirty="0"/>
          </a:p>
          <a:p>
            <a:endParaRPr lang="en-US" dirty="0"/>
          </a:p>
        </p:txBody>
      </p:sp>
      <p:sp>
        <p:nvSpPr>
          <p:cNvPr id="3" name="Title 1">
            <a:extLst>
              <a:ext uri="{FF2B5EF4-FFF2-40B4-BE49-F238E27FC236}">
                <a16:creationId xmlns:a16="http://schemas.microsoft.com/office/drawing/2014/main" id="{32405FDA-CB27-4506-BA80-B7DD00CB25C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EDA with SQL</a:t>
            </a:r>
            <a:endParaRPr lang="en-US" dirty="0">
              <a:solidFill>
                <a:srgbClr val="0B49CB"/>
              </a:solidFill>
            </a:endParaRPr>
          </a:p>
        </p:txBody>
      </p:sp>
    </p:spTree>
    <p:extLst>
      <p:ext uri="{BB962C8B-B14F-4D97-AF65-F5344CB8AC3E}">
        <p14:creationId xmlns:p14="http://schemas.microsoft.com/office/powerpoint/2010/main" val="157872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14</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838200" y="1875054"/>
            <a:ext cx="10515600" cy="4351338"/>
          </a:xfrm>
          <a:prstGeom prst="rect">
            <a:avLst/>
          </a:prstGeom>
        </p:spPr>
        <p:txBody>
          <a:bodyPr>
            <a:normAutofit/>
          </a:bodyPr>
          <a:lstStyle/>
          <a:p>
            <a:pPr>
              <a:lnSpc>
                <a:spcPct val="100000"/>
              </a:lnSpc>
              <a:spcBef>
                <a:spcPts val="1400"/>
              </a:spcBef>
            </a:pPr>
            <a:r>
              <a:rPr lang="en-GB" sz="2400" dirty="0">
                <a:solidFill>
                  <a:schemeClr val="accent3">
                    <a:lumMod val="25000"/>
                  </a:schemeClr>
                </a:solidFill>
                <a:latin typeface="Abadi" panose="020B0604020104020204" pitchFamily="34" charset="0"/>
              </a:rPr>
              <a:t>We used markers, circles, lines and marker clusters on Folium Maps to highlight:</a:t>
            </a:r>
          </a:p>
          <a:p>
            <a:pPr lvl="1">
              <a:lnSpc>
                <a:spcPct val="100000"/>
              </a:lnSpc>
              <a:spcBef>
                <a:spcPts val="1400"/>
              </a:spcBef>
            </a:pPr>
            <a:r>
              <a:rPr lang="en-GB" sz="2000" dirty="0">
                <a:solidFill>
                  <a:schemeClr val="accent3">
                    <a:lumMod val="25000"/>
                  </a:schemeClr>
                </a:solidFill>
                <a:latin typeface="Abadi" panose="020B0604020104020204" pitchFamily="34" charset="0"/>
              </a:rPr>
              <a:t>The location of launch sites</a:t>
            </a:r>
          </a:p>
          <a:p>
            <a:pPr lvl="1">
              <a:lnSpc>
                <a:spcPct val="100000"/>
              </a:lnSpc>
              <a:spcBef>
                <a:spcPts val="1400"/>
              </a:spcBef>
            </a:pPr>
            <a:r>
              <a:rPr lang="en-GB" sz="2000" dirty="0">
                <a:solidFill>
                  <a:schemeClr val="accent3">
                    <a:lumMod val="25000"/>
                  </a:schemeClr>
                </a:solidFill>
                <a:latin typeface="Abadi" panose="020B0604020104020204" pitchFamily="34" charset="0"/>
              </a:rPr>
              <a:t>Points of interest, such as the like NASA Johnson Space </a:t>
            </a:r>
            <a:r>
              <a:rPr lang="en-GB" sz="2000" dirty="0" err="1">
                <a:solidFill>
                  <a:schemeClr val="accent3">
                    <a:lumMod val="25000"/>
                  </a:schemeClr>
                </a:solidFill>
                <a:latin typeface="Abadi" panose="020B0604020104020204" pitchFamily="34" charset="0"/>
              </a:rPr>
              <a:t>Center</a:t>
            </a:r>
            <a:endParaRPr lang="en-GB" sz="2000" dirty="0">
              <a:solidFill>
                <a:schemeClr val="accent3">
                  <a:lumMod val="25000"/>
                </a:schemeClr>
              </a:solidFill>
              <a:latin typeface="Abadi" panose="020B0604020104020204" pitchFamily="34" charset="0"/>
            </a:endParaRPr>
          </a:p>
          <a:p>
            <a:pPr lvl="1">
              <a:lnSpc>
                <a:spcPct val="100000"/>
              </a:lnSpc>
              <a:spcBef>
                <a:spcPts val="1400"/>
              </a:spcBef>
            </a:pPr>
            <a:r>
              <a:rPr lang="en-GB" sz="2000" dirty="0">
                <a:solidFill>
                  <a:schemeClr val="accent3">
                    <a:lumMod val="25000"/>
                  </a:schemeClr>
                </a:solidFill>
                <a:latin typeface="Abadi" panose="020B0604020104020204" pitchFamily="34" charset="0"/>
              </a:rPr>
              <a:t>Distance between launch sites and geographical features, like a coastline</a:t>
            </a:r>
          </a:p>
          <a:p>
            <a:pPr lvl="1">
              <a:lnSpc>
                <a:spcPct val="100000"/>
              </a:lnSpc>
              <a:spcBef>
                <a:spcPts val="1400"/>
              </a:spcBef>
            </a:pPr>
            <a:r>
              <a:rPr lang="en-GB" sz="2000" dirty="0">
                <a:solidFill>
                  <a:schemeClr val="accent3">
                    <a:lumMod val="25000"/>
                  </a:schemeClr>
                </a:solidFill>
                <a:latin typeface="Abadi" panose="020B0604020104020204" pitchFamily="34" charset="0"/>
              </a:rPr>
              <a:t>Cluster of events with close coordinates</a:t>
            </a:r>
          </a:p>
          <a:p>
            <a:pPr lvl="1">
              <a:lnSpc>
                <a:spcPct val="100000"/>
              </a:lnSpc>
              <a:spcBef>
                <a:spcPts val="1400"/>
              </a:spcBef>
            </a:pPr>
            <a:endParaRPr lang="en-US" sz="18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your completed interactive map with Folium map</a:t>
            </a:r>
            <a:endParaRPr lang="en-US" dirty="0"/>
          </a:p>
          <a:p>
            <a:endParaRPr lang="en-US" dirty="0"/>
          </a:p>
        </p:txBody>
      </p:sp>
      <p:sp>
        <p:nvSpPr>
          <p:cNvPr id="3" name="Title 1">
            <a:extLst>
              <a:ext uri="{FF2B5EF4-FFF2-40B4-BE49-F238E27FC236}">
                <a16:creationId xmlns:a16="http://schemas.microsoft.com/office/drawing/2014/main" id="{B28946E4-5BEF-46F0-A56A-E7E85ACA148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an Interactive Map with Folium</a:t>
            </a:r>
            <a:endParaRPr lang="en-US" dirty="0">
              <a:solidFill>
                <a:srgbClr val="0B49CB"/>
              </a:solidFill>
            </a:endParaRPr>
          </a:p>
        </p:txBody>
      </p:sp>
    </p:spTree>
    <p:extLst>
      <p:ext uri="{BB962C8B-B14F-4D97-AF65-F5344CB8AC3E}">
        <p14:creationId xmlns:p14="http://schemas.microsoft.com/office/powerpoint/2010/main" val="148114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DB26FF-76AA-124F-92D8-C93C45D216A8}"/>
              </a:ext>
            </a:extLst>
          </p:cNvPr>
          <p:cNvSpPr>
            <a:spLocks noGrp="1"/>
          </p:cNvSpPr>
          <p:nvPr>
            <p:ph type="sldNum" sz="quarter" idx="12"/>
          </p:nvPr>
        </p:nvSpPr>
        <p:spPr/>
        <p:txBody>
          <a:bodyPr/>
          <a:lstStyle/>
          <a:p>
            <a:fld id="{5075537C-CA84-1446-933C-8E9D027F9201}" type="slidenum">
              <a:rPr lang="en-US" smtClean="0"/>
              <a:t>15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vert="horz" lIns="91440" tIns="45720" rIns="91440" bIns="45720" rtlCol="0" anchor="t">
            <a:normAutofit/>
          </a:bodyPr>
          <a:lstStyle/>
          <a:p>
            <a:pPr>
              <a:lnSpc>
                <a:spcPct val="100000"/>
              </a:lnSpc>
              <a:spcBef>
                <a:spcPts val="1400"/>
              </a:spcBef>
            </a:pPr>
            <a:r>
              <a:rPr lang="en-GB" sz="2200" dirty="0">
                <a:solidFill>
                  <a:schemeClr val="accent3">
                    <a:lumMod val="25000"/>
                  </a:schemeClr>
                </a:solidFill>
                <a:latin typeface="Abadi" panose="020B0604020104020204" pitchFamily="34" charset="0"/>
              </a:rPr>
              <a:t>The dashboard allowed us to quickly </a:t>
            </a:r>
            <a:r>
              <a:rPr lang="en-GB" sz="2200" dirty="0" err="1">
                <a:solidFill>
                  <a:schemeClr val="accent3">
                    <a:lumMod val="25000"/>
                  </a:schemeClr>
                </a:solidFill>
                <a:latin typeface="Abadi" panose="020B0604020104020204" pitchFamily="34" charset="0"/>
              </a:rPr>
              <a:t>analyze</a:t>
            </a:r>
            <a:r>
              <a:rPr lang="en-GB" sz="2200" dirty="0">
                <a:solidFill>
                  <a:schemeClr val="accent3">
                    <a:lumMod val="25000"/>
                  </a:schemeClr>
                </a:solidFill>
                <a:latin typeface="Abadi" panose="020B0604020104020204" pitchFamily="34" charset="0"/>
              </a:rPr>
              <a:t> the relationship between payloads and launch sites, helping us to identify the best launch sites by payload mass.</a:t>
            </a:r>
          </a:p>
          <a:p>
            <a:pPr>
              <a:lnSpc>
                <a:spcPct val="100000"/>
              </a:lnSpc>
              <a:spcBef>
                <a:spcPts val="1400"/>
              </a:spcBef>
            </a:pPr>
            <a:endParaRPr lang="en-US" sz="2200" dirty="0">
              <a:solidFill>
                <a:schemeClr val="accent3">
                  <a:lumMod val="25000"/>
                </a:schemeClr>
              </a:solidFill>
              <a:latin typeface="Abadi" panose="020B0604020104020204" pitchFamily="34" charset="0"/>
              <a:hlinkClick r:id="rId3"/>
            </a:endParaRPr>
          </a:p>
          <a:p>
            <a:pPr>
              <a:lnSpc>
                <a:spcPct val="100000"/>
              </a:lnSpc>
              <a:spcBef>
                <a:spcPts val="1400"/>
              </a:spcBef>
            </a:pPr>
            <a:endParaRPr lang="en-US" sz="2200" dirty="0">
              <a:solidFill>
                <a:schemeClr val="accent3">
                  <a:lumMod val="25000"/>
                </a:schemeClr>
              </a:solidFill>
              <a:latin typeface="Abadi" panose="020B0604020104020204" pitchFamily="34" charset="0"/>
              <a:hlinkClick r:id="rId3"/>
            </a:endParaRPr>
          </a:p>
          <a:p>
            <a:pPr>
              <a:lnSpc>
                <a:spcPct val="100000"/>
              </a:lnSpc>
              <a:spcBef>
                <a:spcPts val="1400"/>
              </a:spcBef>
            </a:pPr>
            <a:endParaRPr lang="en-US" sz="2200" dirty="0">
              <a:solidFill>
                <a:schemeClr val="accent3">
                  <a:lumMod val="25000"/>
                </a:schemeClr>
              </a:solidFill>
              <a:latin typeface="Abadi" panose="020B0604020104020204" pitchFamily="34" charset="0"/>
              <a:hlinkClick r:id="rId3"/>
            </a:endParaRPr>
          </a:p>
          <a:p>
            <a:pPr>
              <a:lnSpc>
                <a:spcPct val="100000"/>
              </a:lnSpc>
              <a:spcBef>
                <a:spcPts val="1400"/>
              </a:spcBef>
            </a:pPr>
            <a:endParaRPr lang="en-US" sz="2200" dirty="0">
              <a:solidFill>
                <a:schemeClr val="accent3">
                  <a:lumMod val="25000"/>
                </a:schemeClr>
              </a:solidFill>
              <a:latin typeface="Abadi" panose="020B0604020104020204" pitchFamily="34" charset="0"/>
              <a:hlinkClick r:id="rId3"/>
            </a:endParaRPr>
          </a:p>
          <a:p>
            <a:pPr>
              <a:lnSpc>
                <a:spcPct val="100000"/>
              </a:lnSpc>
              <a:spcBef>
                <a:spcPts val="1400"/>
              </a:spcBef>
            </a:pPr>
            <a:endParaRPr lang="en-US" sz="2200" dirty="0">
              <a:solidFill>
                <a:schemeClr val="accent3">
                  <a:lumMod val="25000"/>
                </a:schemeClr>
              </a:solidFill>
              <a:latin typeface="Abadi" panose="020B0604020104020204" pitchFamily="34" charset="0"/>
              <a:hlinkClick r:id="rId3"/>
            </a:endParaRP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your completed </a:t>
            </a:r>
            <a:r>
              <a:rPr lang="en-US" sz="2200" dirty="0" err="1">
                <a:solidFill>
                  <a:schemeClr val="accent3">
                    <a:lumMod val="25000"/>
                  </a:schemeClr>
                </a:solidFill>
                <a:latin typeface="Abadi" panose="020B0604020104020204" pitchFamily="34" charset="0"/>
                <a:hlinkClick r:id="rId3"/>
              </a:rPr>
              <a:t>Plotly</a:t>
            </a:r>
            <a:r>
              <a:rPr lang="en-US" sz="2200" dirty="0">
                <a:solidFill>
                  <a:schemeClr val="accent3">
                    <a:lumMod val="25000"/>
                  </a:schemeClr>
                </a:solidFill>
                <a:latin typeface="Abadi" panose="020B0604020104020204" pitchFamily="34" charset="0"/>
                <a:hlinkClick r:id="rId3"/>
              </a:rPr>
              <a:t> Dash lab</a:t>
            </a:r>
            <a:endParaRPr lang="en-US" sz="2200" dirty="0">
              <a:solidFill>
                <a:schemeClr val="accent3">
                  <a:lumMod val="25000"/>
                </a:schemeClr>
              </a:solidFill>
              <a:latin typeface="Abadi" panose="020B0604020104020204" pitchFamily="34" charset="0"/>
            </a:endParaRPr>
          </a:p>
          <a:p>
            <a:endParaRPr lang="en-US" dirty="0"/>
          </a:p>
        </p:txBody>
      </p:sp>
      <p:sp>
        <p:nvSpPr>
          <p:cNvPr id="3" name="Title 1">
            <a:extLst>
              <a:ext uri="{FF2B5EF4-FFF2-40B4-BE49-F238E27FC236}">
                <a16:creationId xmlns:a16="http://schemas.microsoft.com/office/drawing/2014/main" id="{519FC08B-7D2E-43A5-A528-821DCDCCCC8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Build a Dashboard with </a:t>
            </a:r>
            <a:r>
              <a:rPr lang="en-US" dirty="0" err="1">
                <a:solidFill>
                  <a:srgbClr val="0B49CB"/>
                </a:solidFill>
                <a:latin typeface="Abadi"/>
              </a:rPr>
              <a:t>Plotly</a:t>
            </a:r>
            <a:r>
              <a:rPr lang="en-US" dirty="0">
                <a:solidFill>
                  <a:srgbClr val="0B49CB"/>
                </a:solidFill>
                <a:latin typeface="Abadi"/>
              </a:rPr>
              <a:t> Dash</a:t>
            </a:r>
          </a:p>
        </p:txBody>
      </p:sp>
      <p:pic>
        <p:nvPicPr>
          <p:cNvPr id="6" name="Picture 5" descr="Chart, pie chart&#10;&#10;Description automatically generated">
            <a:extLst>
              <a:ext uri="{FF2B5EF4-FFF2-40B4-BE49-F238E27FC236}">
                <a16:creationId xmlns:a16="http://schemas.microsoft.com/office/drawing/2014/main" id="{BD6121A4-A8A2-9414-A42F-E33FFAA9E3BA}"/>
              </a:ext>
            </a:extLst>
          </p:cNvPr>
          <p:cNvPicPr>
            <a:picLocks noChangeAspect="1"/>
          </p:cNvPicPr>
          <p:nvPr/>
        </p:nvPicPr>
        <p:blipFill>
          <a:blip r:embed="rId4"/>
          <a:stretch>
            <a:fillRect/>
          </a:stretch>
        </p:blipFill>
        <p:spPr>
          <a:xfrm>
            <a:off x="3971104" y="2714615"/>
            <a:ext cx="4388282" cy="2573357"/>
          </a:xfrm>
          <a:prstGeom prst="rect">
            <a:avLst/>
          </a:prstGeom>
        </p:spPr>
      </p:pic>
    </p:spTree>
    <p:extLst>
      <p:ext uri="{BB962C8B-B14F-4D97-AF65-F5344CB8AC3E}">
        <p14:creationId xmlns:p14="http://schemas.microsoft.com/office/powerpoint/2010/main" val="334532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1B08F2-C4AD-A440-BB78-A0625E28887A}"/>
              </a:ext>
            </a:extLst>
          </p:cNvPr>
          <p:cNvSpPr>
            <a:spLocks noGrp="1"/>
          </p:cNvSpPr>
          <p:nvPr>
            <p:ph type="sldNum" sz="quarter" idx="12"/>
          </p:nvPr>
        </p:nvSpPr>
        <p:spPr/>
        <p:txBody>
          <a:bodyPr/>
          <a:lstStyle/>
          <a:p>
            <a:fld id="{5075537C-CA84-1446-933C-8E9D027F9201}" type="slidenum">
              <a:rPr lang="en-US" smtClean="0"/>
              <a:t>16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GB" sz="2400" dirty="0">
                <a:solidFill>
                  <a:schemeClr val="accent3">
                    <a:lumMod val="25000"/>
                  </a:schemeClr>
                </a:solidFill>
                <a:latin typeface="Abadi" panose="020B0604020104020204" pitchFamily="34" charset="0"/>
              </a:rPr>
              <a:t>We compared the performance of four classification models : </a:t>
            </a:r>
          </a:p>
          <a:p>
            <a:pPr lvl="1">
              <a:lnSpc>
                <a:spcPct val="100000"/>
              </a:lnSpc>
              <a:spcBef>
                <a:spcPts val="1400"/>
              </a:spcBef>
            </a:pPr>
            <a:r>
              <a:rPr lang="en-GB" sz="2000" dirty="0">
                <a:solidFill>
                  <a:schemeClr val="accent3">
                    <a:lumMod val="25000"/>
                  </a:schemeClr>
                </a:solidFill>
                <a:latin typeface="Abadi" panose="020B0604020104020204" pitchFamily="34" charset="0"/>
              </a:rPr>
              <a:t>Logistic regression, </a:t>
            </a:r>
          </a:p>
          <a:p>
            <a:pPr lvl="1">
              <a:lnSpc>
                <a:spcPct val="100000"/>
              </a:lnSpc>
              <a:spcBef>
                <a:spcPts val="1400"/>
              </a:spcBef>
            </a:pPr>
            <a:r>
              <a:rPr lang="en-GB" sz="2000" dirty="0">
                <a:solidFill>
                  <a:schemeClr val="accent3">
                    <a:lumMod val="25000"/>
                  </a:schemeClr>
                </a:solidFill>
                <a:latin typeface="Abadi" panose="020B0604020104020204" pitchFamily="34" charset="0"/>
              </a:rPr>
              <a:t>Support vector machine</a:t>
            </a:r>
          </a:p>
          <a:p>
            <a:pPr lvl="1">
              <a:lnSpc>
                <a:spcPct val="100000"/>
              </a:lnSpc>
              <a:spcBef>
                <a:spcPts val="1400"/>
              </a:spcBef>
            </a:pPr>
            <a:r>
              <a:rPr lang="en-GB" sz="2000" dirty="0">
                <a:solidFill>
                  <a:schemeClr val="accent3">
                    <a:lumMod val="25000"/>
                  </a:schemeClr>
                </a:solidFill>
                <a:latin typeface="Abadi" panose="020B0604020104020204" pitchFamily="34" charset="0"/>
              </a:rPr>
              <a:t>Decision tree</a:t>
            </a:r>
          </a:p>
          <a:p>
            <a:pPr lvl="1">
              <a:lnSpc>
                <a:spcPct val="100000"/>
              </a:lnSpc>
              <a:spcBef>
                <a:spcPts val="1400"/>
              </a:spcBef>
            </a:pPr>
            <a:r>
              <a:rPr lang="en-GB" sz="2000" dirty="0">
                <a:solidFill>
                  <a:schemeClr val="accent3">
                    <a:lumMod val="25000"/>
                  </a:schemeClr>
                </a:solidFill>
                <a:latin typeface="Abadi" panose="020B0604020104020204" pitchFamily="34" charset="0"/>
              </a:rPr>
              <a:t>K-nearest </a:t>
            </a:r>
            <a:r>
              <a:rPr lang="en-GB" sz="2000" dirty="0" err="1">
                <a:solidFill>
                  <a:schemeClr val="accent3">
                    <a:lumMod val="25000"/>
                  </a:schemeClr>
                </a:solidFill>
                <a:latin typeface="Abadi" panose="020B0604020104020204" pitchFamily="34" charset="0"/>
              </a:rPr>
              <a:t>neighbors</a:t>
            </a:r>
            <a:endParaRPr lang="en-GB" sz="2000" dirty="0">
              <a:solidFill>
                <a:schemeClr val="accent3">
                  <a:lumMod val="25000"/>
                </a:schemeClr>
              </a:solidFill>
              <a:latin typeface="Abadi" panose="020B0604020104020204" pitchFamily="34" charset="0"/>
            </a:endParaRPr>
          </a:p>
          <a:p>
            <a:pPr marL="457200" lvl="1" indent="0">
              <a:lnSpc>
                <a:spcPct val="100000"/>
              </a:lnSpc>
              <a:spcBef>
                <a:spcPts val="1400"/>
              </a:spcBef>
              <a:buNone/>
            </a:pPr>
            <a:endParaRPr lang="en-GB" sz="1800" dirty="0">
              <a:solidFill>
                <a:schemeClr val="accent3">
                  <a:lumMod val="25000"/>
                </a:schemeClr>
              </a:solidFill>
              <a:latin typeface="Abadi" panose="020B0604020104020204" pitchFamily="34" charset="0"/>
            </a:endParaRPr>
          </a:p>
          <a:p>
            <a:pPr>
              <a:lnSpc>
                <a:spcPct val="100000"/>
              </a:lnSpc>
              <a:spcBef>
                <a:spcPts val="1400"/>
              </a:spcBef>
            </a:pPr>
            <a:r>
              <a:rPr lang="en-US" sz="2200" dirty="0">
                <a:solidFill>
                  <a:schemeClr val="accent3">
                    <a:lumMod val="25000"/>
                  </a:schemeClr>
                </a:solidFill>
                <a:latin typeface="Abadi" panose="020B0604020104020204" pitchFamily="34" charset="0"/>
                <a:hlinkClick r:id="rId3"/>
              </a:rPr>
              <a:t>GitHub URL of the completed predictive analysis lab</a:t>
            </a:r>
            <a:endParaRPr lang="en-US" sz="2200" dirty="0">
              <a:solidFill>
                <a:schemeClr val="accent3">
                  <a:lumMod val="25000"/>
                </a:schemeClr>
              </a:solidFill>
              <a:latin typeface="Abadi" panose="020B0604020104020204" pitchFamily="34" charset="0"/>
            </a:endParaRPr>
          </a:p>
          <a:p>
            <a:endParaRPr lang="en-US" dirty="0"/>
          </a:p>
        </p:txBody>
      </p:sp>
      <p:sp>
        <p:nvSpPr>
          <p:cNvPr id="3" name="Title 1">
            <a:extLst>
              <a:ext uri="{FF2B5EF4-FFF2-40B4-BE49-F238E27FC236}">
                <a16:creationId xmlns:a16="http://schemas.microsoft.com/office/drawing/2014/main" id="{FC857EDD-A3A7-434D-B8D5-401E872498D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Predictive Analysis (Classification)</a:t>
            </a:r>
          </a:p>
        </p:txBody>
      </p:sp>
    </p:spTree>
    <p:extLst>
      <p:ext uri="{BB962C8B-B14F-4D97-AF65-F5344CB8AC3E}">
        <p14:creationId xmlns:p14="http://schemas.microsoft.com/office/powerpoint/2010/main" val="1813711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7B9C153-C85C-3240-8E7E-523FBC004564}"/>
              </a:ext>
            </a:extLst>
          </p:cNvPr>
          <p:cNvSpPr txBox="1">
            <a:spLocks/>
          </p:cNvSpPr>
          <p:nvPr/>
        </p:nvSpPr>
        <p:spPr>
          <a:xfrm>
            <a:off x="841125" y="1807337"/>
            <a:ext cx="10444486" cy="42182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GB" sz="2200" dirty="0">
                <a:solidFill>
                  <a:schemeClr val="accent3">
                    <a:lumMod val="25000"/>
                  </a:schemeClr>
                </a:solidFill>
                <a:latin typeface="Abadi" panose="020B0604020104020204" pitchFamily="34" charset="0"/>
              </a:rPr>
              <a:t>Exploratory data analysis results:</a:t>
            </a:r>
          </a:p>
          <a:p>
            <a:pPr lvl="1">
              <a:lnSpc>
                <a:spcPct val="100000"/>
              </a:lnSpc>
              <a:spcBef>
                <a:spcPts val="1400"/>
              </a:spcBef>
            </a:pPr>
            <a:r>
              <a:rPr lang="en-GB" sz="1800" dirty="0">
                <a:solidFill>
                  <a:schemeClr val="accent3">
                    <a:lumMod val="25000"/>
                  </a:schemeClr>
                </a:solidFill>
                <a:latin typeface="Abadi" panose="020B0604020104020204" pitchFamily="34" charset="0"/>
              </a:rPr>
              <a:t>SpaceX uses four launch sites</a:t>
            </a:r>
          </a:p>
          <a:p>
            <a:pPr lvl="1">
              <a:lnSpc>
                <a:spcPct val="100000"/>
              </a:lnSpc>
              <a:spcBef>
                <a:spcPts val="1400"/>
              </a:spcBef>
            </a:pPr>
            <a:r>
              <a:rPr lang="en-GB" sz="1800" dirty="0">
                <a:solidFill>
                  <a:schemeClr val="accent3">
                    <a:lumMod val="25000"/>
                  </a:schemeClr>
                </a:solidFill>
                <a:latin typeface="Abadi" panose="020B0604020104020204" pitchFamily="34" charset="0"/>
              </a:rPr>
              <a:t>The average payload of F9 v1.1 booster is 2,928 kg;</a:t>
            </a:r>
          </a:p>
          <a:p>
            <a:pPr lvl="1">
              <a:lnSpc>
                <a:spcPct val="100000"/>
              </a:lnSpc>
              <a:spcBef>
                <a:spcPts val="1400"/>
              </a:spcBef>
            </a:pPr>
            <a:r>
              <a:rPr lang="en-GB" sz="1800" dirty="0">
                <a:solidFill>
                  <a:schemeClr val="accent3">
                    <a:lumMod val="25000"/>
                  </a:schemeClr>
                </a:solidFill>
                <a:latin typeface="Abadi" panose="020B0604020104020204" pitchFamily="34" charset="0"/>
              </a:rPr>
              <a:t>The first successful landing outcome happened in 2015, five year after the first launch;</a:t>
            </a:r>
          </a:p>
          <a:p>
            <a:pPr lvl="1">
              <a:lnSpc>
                <a:spcPct val="100000"/>
              </a:lnSpc>
              <a:spcBef>
                <a:spcPts val="1400"/>
              </a:spcBef>
            </a:pPr>
            <a:r>
              <a:rPr lang="en-GB" sz="1800" dirty="0">
                <a:solidFill>
                  <a:schemeClr val="accent3">
                    <a:lumMod val="25000"/>
                  </a:schemeClr>
                </a:solidFill>
                <a:latin typeface="Abadi" panose="020B0604020104020204" pitchFamily="34" charset="0"/>
              </a:rPr>
              <a:t>Falcon 9 booster versions were successful at landing in drone ships having payload above the average; </a:t>
            </a:r>
          </a:p>
          <a:p>
            <a:pPr lvl="1">
              <a:lnSpc>
                <a:spcPct val="100000"/>
              </a:lnSpc>
              <a:spcBef>
                <a:spcPts val="1400"/>
              </a:spcBef>
            </a:pPr>
            <a:r>
              <a:rPr lang="en-GB" sz="1800" dirty="0">
                <a:solidFill>
                  <a:schemeClr val="accent3">
                    <a:lumMod val="25000"/>
                  </a:schemeClr>
                </a:solidFill>
                <a:latin typeface="Abadi" panose="020B0604020104020204" pitchFamily="34" charset="0"/>
              </a:rPr>
              <a:t>Two booster versions failed at landing in drone ships in 2015: F9 v1.1 B1012 and F9 v1.1 B1015;</a:t>
            </a:r>
          </a:p>
          <a:p>
            <a:pPr lvl="1">
              <a:lnSpc>
                <a:spcPct val="100000"/>
              </a:lnSpc>
              <a:spcBef>
                <a:spcPts val="1400"/>
              </a:spcBef>
            </a:pPr>
            <a:r>
              <a:rPr lang="en-GB" sz="1800" dirty="0">
                <a:solidFill>
                  <a:schemeClr val="accent3">
                    <a:lumMod val="25000"/>
                  </a:schemeClr>
                </a:solidFill>
                <a:latin typeface="Abadi" panose="020B0604020104020204" pitchFamily="34" charset="0"/>
              </a:rPr>
              <a:t>The number of landing outcomes increases year by year.</a:t>
            </a:r>
            <a:endParaRPr lang="en-US" sz="1400" dirty="0"/>
          </a:p>
          <a:p>
            <a:pPr marL="457200" lvl="1" indent="0">
              <a:buNone/>
            </a:pPr>
            <a:endParaRPr lang="en-US" sz="1800" dirty="0"/>
          </a:p>
        </p:txBody>
      </p:sp>
      <p:sp>
        <p:nvSpPr>
          <p:cNvPr id="4" name="Slide Number Placeholder 3">
            <a:extLst>
              <a:ext uri="{FF2B5EF4-FFF2-40B4-BE49-F238E27FC236}">
                <a16:creationId xmlns:a16="http://schemas.microsoft.com/office/drawing/2014/main" id="{3D45C363-925C-9E48-86B0-27D7D36E50D6}"/>
              </a:ext>
            </a:extLst>
          </p:cNvPr>
          <p:cNvSpPr>
            <a:spLocks noGrp="1"/>
          </p:cNvSpPr>
          <p:nvPr>
            <p:ph type="sldNum" sz="quarter" idx="12"/>
          </p:nvPr>
        </p:nvSpPr>
        <p:spPr/>
        <p:txBody>
          <a:bodyPr/>
          <a:lstStyle/>
          <a:p>
            <a:fld id="{5075537C-CA84-1446-933C-8E9D027F9201}" type="slidenum">
              <a:rPr lang="en-US" smtClean="0"/>
              <a:t>17</a:t>
            </a:fld>
            <a:endParaRPr lang="en-US"/>
          </a:p>
        </p:txBody>
      </p:sp>
      <p:sp>
        <p:nvSpPr>
          <p:cNvPr id="7" name="Title 1">
            <a:extLst>
              <a:ext uri="{FF2B5EF4-FFF2-40B4-BE49-F238E27FC236}">
                <a16:creationId xmlns:a16="http://schemas.microsoft.com/office/drawing/2014/main" id="{330F9542-6794-4F57-BB45-868D94AD06B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Results</a:t>
            </a:r>
            <a:endParaRPr lang="en-US" dirty="0">
              <a:solidFill>
                <a:srgbClr val="0B49CB"/>
              </a:solidFill>
            </a:endParaRPr>
          </a:p>
        </p:txBody>
      </p:sp>
    </p:spTree>
    <p:extLst>
      <p:ext uri="{BB962C8B-B14F-4D97-AF65-F5344CB8AC3E}">
        <p14:creationId xmlns:p14="http://schemas.microsoft.com/office/powerpoint/2010/main" val="321008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18B93D-8F11-6347-95EE-BF68474E5B1F}"/>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2</a:t>
            </a:r>
          </a:p>
        </p:txBody>
      </p:sp>
    </p:spTree>
    <p:extLst>
      <p:ext uri="{BB962C8B-B14F-4D97-AF65-F5344CB8AC3E}">
        <p14:creationId xmlns:p14="http://schemas.microsoft.com/office/powerpoint/2010/main" val="178270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19</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864972" y="4134434"/>
            <a:ext cx="10593000" cy="1734553"/>
          </a:xfrm>
          <a:prstGeom prst="rect">
            <a:avLst/>
          </a:prstGeom>
        </p:spPr>
        <p:txBody>
          <a:bodyPr>
            <a:normAutofit/>
          </a:bodyPr>
          <a:lstStyle/>
          <a:p>
            <a:pPr>
              <a:lnSpc>
                <a:spcPct val="100000"/>
              </a:lnSpc>
              <a:spcBef>
                <a:spcPts val="1400"/>
              </a:spcBef>
            </a:pPr>
            <a:r>
              <a:rPr lang="en-GB" sz="2400" dirty="0">
                <a:solidFill>
                  <a:schemeClr val="accent3">
                    <a:lumMod val="25000"/>
                  </a:schemeClr>
                </a:solidFill>
                <a:latin typeface="Abadi" panose="020B0604020104020204" pitchFamily="34" charset="0"/>
              </a:rPr>
              <a:t>According to the plot above, the most successful launch site is CCAF5 SLC 40</a:t>
            </a:r>
          </a:p>
          <a:p>
            <a:pPr>
              <a:lnSpc>
                <a:spcPct val="100000"/>
              </a:lnSpc>
              <a:spcBef>
                <a:spcPts val="1400"/>
              </a:spcBef>
            </a:pPr>
            <a:r>
              <a:rPr lang="en-GB" sz="2400" dirty="0">
                <a:solidFill>
                  <a:schemeClr val="accent3">
                    <a:lumMod val="25000"/>
                  </a:schemeClr>
                </a:solidFill>
                <a:latin typeface="Abadi" panose="020B0604020104020204" pitchFamily="34" charset="0"/>
              </a:rPr>
              <a:t>In second place VAFB SLC 4E and third place KSC LC 39A;</a:t>
            </a:r>
          </a:p>
          <a:p>
            <a:pPr>
              <a:lnSpc>
                <a:spcPct val="100000"/>
              </a:lnSpc>
              <a:spcBef>
                <a:spcPts val="1400"/>
              </a:spcBef>
            </a:pPr>
            <a:r>
              <a:rPr lang="en-GB" sz="2400" dirty="0">
                <a:solidFill>
                  <a:schemeClr val="accent3">
                    <a:lumMod val="25000"/>
                  </a:schemeClr>
                </a:solidFill>
                <a:latin typeface="Abadi" panose="020B0604020104020204" pitchFamily="34" charset="0"/>
              </a:rPr>
              <a:t>Also, the overall success rate is improving over time.</a:t>
            </a:r>
            <a:endParaRPr lang="en-US" sz="24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54F4FCC5-6E7E-4FF0-BE45-680EEC392C9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Launch Site</a:t>
            </a:r>
            <a:endParaRPr lang="en-US" dirty="0">
              <a:solidFill>
                <a:srgbClr val="0B49CB"/>
              </a:solidFill>
            </a:endParaRPr>
          </a:p>
        </p:txBody>
      </p:sp>
      <p:pic>
        <p:nvPicPr>
          <p:cNvPr id="6" name="Picture 5">
            <a:extLst>
              <a:ext uri="{FF2B5EF4-FFF2-40B4-BE49-F238E27FC236}">
                <a16:creationId xmlns:a16="http://schemas.microsoft.com/office/drawing/2014/main" id="{462F7A19-0C2A-0EBB-9AC8-C1628454CD4D}"/>
              </a:ext>
            </a:extLst>
          </p:cNvPr>
          <p:cNvPicPr>
            <a:picLocks noChangeAspect="1"/>
          </p:cNvPicPr>
          <p:nvPr/>
        </p:nvPicPr>
        <p:blipFill>
          <a:blip r:embed="rId3"/>
          <a:stretch>
            <a:fillRect/>
          </a:stretch>
        </p:blipFill>
        <p:spPr>
          <a:xfrm>
            <a:off x="770011" y="1577189"/>
            <a:ext cx="10762298" cy="2490415"/>
          </a:xfrm>
          <a:prstGeom prst="rect">
            <a:avLst/>
          </a:prstGeom>
        </p:spPr>
      </p:pic>
    </p:spTree>
    <p:extLst>
      <p:ext uri="{BB962C8B-B14F-4D97-AF65-F5344CB8AC3E}">
        <p14:creationId xmlns:p14="http://schemas.microsoft.com/office/powerpoint/2010/main" val="3865605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20</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1" y="4392486"/>
            <a:ext cx="9804492" cy="1488858"/>
          </a:xfrm>
          <a:prstGeom prst="rect">
            <a:avLst/>
          </a:prstGeom>
        </p:spPr>
        <p:txBody>
          <a:bodyPr>
            <a:normAutofit/>
          </a:bodyPr>
          <a:lstStyle/>
          <a:p>
            <a:pPr marL="0" indent="0">
              <a:lnSpc>
                <a:spcPct val="100000"/>
              </a:lnSpc>
              <a:spcBef>
                <a:spcPts val="1400"/>
              </a:spcBef>
              <a:buNone/>
            </a:pPr>
            <a:endParaRPr lang="en-GB" sz="2200" dirty="0">
              <a:solidFill>
                <a:schemeClr val="accent3">
                  <a:lumMod val="25000"/>
                </a:schemeClr>
              </a:solidFill>
              <a:latin typeface="Abadi" panose="020B0604020104020204" pitchFamily="34" charset="0"/>
            </a:endParaRPr>
          </a:p>
          <a:p>
            <a:pPr>
              <a:lnSpc>
                <a:spcPct val="100000"/>
              </a:lnSpc>
              <a:spcBef>
                <a:spcPts val="1400"/>
              </a:spcBef>
            </a:pPr>
            <a:r>
              <a:rPr lang="en-GB" sz="2200" dirty="0">
                <a:solidFill>
                  <a:schemeClr val="accent3">
                    <a:lumMod val="25000"/>
                  </a:schemeClr>
                </a:solidFill>
                <a:latin typeface="Abadi" panose="020B0604020104020204" pitchFamily="34" charset="0"/>
              </a:rPr>
              <a:t>Higher payloads (over 12,000kg) have a better success rate at CCAFS SLC 40 and KSC LC 39A launch sites</a:t>
            </a:r>
            <a:endParaRPr lang="en-US" sz="22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B6CCD949-E788-4375-9B07-478FA5684BC1}"/>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Site</a:t>
            </a:r>
          </a:p>
        </p:txBody>
      </p:sp>
      <p:pic>
        <p:nvPicPr>
          <p:cNvPr id="6" name="Picture 5">
            <a:extLst>
              <a:ext uri="{FF2B5EF4-FFF2-40B4-BE49-F238E27FC236}">
                <a16:creationId xmlns:a16="http://schemas.microsoft.com/office/drawing/2014/main" id="{F1743E0B-D223-B4D6-B5B6-AADE8CA6BC9C}"/>
              </a:ext>
            </a:extLst>
          </p:cNvPr>
          <p:cNvPicPr>
            <a:picLocks noChangeAspect="1"/>
          </p:cNvPicPr>
          <p:nvPr/>
        </p:nvPicPr>
        <p:blipFill>
          <a:blip r:embed="rId3"/>
          <a:stretch>
            <a:fillRect/>
          </a:stretch>
        </p:blipFill>
        <p:spPr>
          <a:xfrm>
            <a:off x="702711" y="1421505"/>
            <a:ext cx="10628504" cy="3229031"/>
          </a:xfrm>
          <a:prstGeom prst="rect">
            <a:avLst/>
          </a:prstGeom>
        </p:spPr>
      </p:pic>
    </p:spTree>
    <p:extLst>
      <p:ext uri="{BB962C8B-B14F-4D97-AF65-F5344CB8AC3E}">
        <p14:creationId xmlns:p14="http://schemas.microsoft.com/office/powerpoint/2010/main" val="3869789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21</a:t>
            </a:fld>
            <a:endParaRPr lang="en-US"/>
          </a:p>
        </p:txBody>
      </p:sp>
      <p:sp>
        <p:nvSpPr>
          <p:cNvPr id="3" name="Content Placeholder 2">
            <a:extLst>
              <a:ext uri="{FF2B5EF4-FFF2-40B4-BE49-F238E27FC236}">
                <a16:creationId xmlns:a16="http://schemas.microsoft.com/office/drawing/2014/main" id="{373827F3-F386-AA4E-80ED-D86DEF8C158D}"/>
              </a:ext>
            </a:extLst>
          </p:cNvPr>
          <p:cNvSpPr>
            <a:spLocks noGrp="1"/>
          </p:cNvSpPr>
          <p:nvPr>
            <p:ph type="body" sz="half" idx="4294967295"/>
          </p:nvPr>
        </p:nvSpPr>
        <p:spPr>
          <a:xfrm>
            <a:off x="770010" y="2082114"/>
            <a:ext cx="5024929" cy="3811588"/>
          </a:xfrm>
          <a:prstGeom prst="rect">
            <a:avLst/>
          </a:prstGeom>
        </p:spPr>
        <p:txBody>
          <a:bodyPr>
            <a:normAutofit/>
          </a:bodyPr>
          <a:lstStyle/>
          <a:p>
            <a:pPr>
              <a:lnSpc>
                <a:spcPct val="100000"/>
              </a:lnSpc>
              <a:spcBef>
                <a:spcPts val="1400"/>
              </a:spcBef>
            </a:pPr>
            <a:r>
              <a:rPr lang="en-GB" dirty="0">
                <a:solidFill>
                  <a:schemeClr val="accent3">
                    <a:lumMod val="25000"/>
                  </a:schemeClr>
                </a:solidFill>
                <a:latin typeface="Abadi" panose="020B0604020104020204" pitchFamily="34" charset="0"/>
              </a:rPr>
              <a:t>The following orbits have the highest success rates:</a:t>
            </a:r>
          </a:p>
          <a:p>
            <a:pPr lvl="1">
              <a:lnSpc>
                <a:spcPct val="100000"/>
              </a:lnSpc>
              <a:spcBef>
                <a:spcPts val="1400"/>
              </a:spcBef>
            </a:pPr>
            <a:r>
              <a:rPr lang="en-GB" dirty="0">
                <a:solidFill>
                  <a:schemeClr val="accent3">
                    <a:lumMod val="25000"/>
                  </a:schemeClr>
                </a:solidFill>
                <a:latin typeface="Abadi" panose="020B0604020104020204" pitchFamily="34" charset="0"/>
              </a:rPr>
              <a:t>ES-L1</a:t>
            </a:r>
          </a:p>
          <a:p>
            <a:pPr lvl="1">
              <a:lnSpc>
                <a:spcPct val="100000"/>
              </a:lnSpc>
              <a:spcBef>
                <a:spcPts val="1400"/>
              </a:spcBef>
            </a:pPr>
            <a:r>
              <a:rPr lang="en-GB" dirty="0">
                <a:solidFill>
                  <a:schemeClr val="accent3">
                    <a:lumMod val="25000"/>
                  </a:schemeClr>
                </a:solidFill>
                <a:latin typeface="Abadi" panose="020B0604020104020204" pitchFamily="34" charset="0"/>
              </a:rPr>
              <a:t>GEO</a:t>
            </a:r>
          </a:p>
          <a:p>
            <a:pPr lvl="1">
              <a:lnSpc>
                <a:spcPct val="100000"/>
              </a:lnSpc>
              <a:spcBef>
                <a:spcPts val="1400"/>
              </a:spcBef>
            </a:pPr>
            <a:r>
              <a:rPr lang="en-GB" dirty="0">
                <a:solidFill>
                  <a:schemeClr val="accent3">
                    <a:lumMod val="25000"/>
                  </a:schemeClr>
                </a:solidFill>
                <a:latin typeface="Abadi" panose="020B0604020104020204" pitchFamily="34" charset="0"/>
              </a:rPr>
              <a:t>HEO</a:t>
            </a:r>
          </a:p>
          <a:p>
            <a:pPr lvl="1">
              <a:lnSpc>
                <a:spcPct val="100000"/>
              </a:lnSpc>
              <a:spcBef>
                <a:spcPts val="1400"/>
              </a:spcBef>
            </a:pPr>
            <a:r>
              <a:rPr lang="en-GB" dirty="0">
                <a:solidFill>
                  <a:schemeClr val="accent3">
                    <a:lumMod val="25000"/>
                  </a:schemeClr>
                </a:solidFill>
                <a:latin typeface="Abadi" panose="020B0604020104020204" pitchFamily="34" charset="0"/>
              </a:rPr>
              <a:t>SSO</a:t>
            </a:r>
            <a:endParaRPr lang="en-US" sz="1800" dirty="0">
              <a:solidFill>
                <a:schemeClr val="accent3">
                  <a:lumMod val="25000"/>
                </a:schemeClr>
              </a:solidFill>
              <a:latin typeface="Abadi" panose="020B0604020104020204" pitchFamily="34" charset="0"/>
            </a:endParaRPr>
          </a:p>
        </p:txBody>
      </p:sp>
      <p:sp>
        <p:nvSpPr>
          <p:cNvPr id="4" name="Title 1">
            <a:extLst>
              <a:ext uri="{FF2B5EF4-FFF2-40B4-BE49-F238E27FC236}">
                <a16:creationId xmlns:a16="http://schemas.microsoft.com/office/drawing/2014/main" id="{D4811A61-F7FB-4B19-9ED1-E0E2554A5BE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 Rate vs. Orbit Type</a:t>
            </a:r>
            <a:endParaRPr lang="en-US" dirty="0">
              <a:solidFill>
                <a:srgbClr val="0B49CB"/>
              </a:solidFill>
            </a:endParaRPr>
          </a:p>
        </p:txBody>
      </p:sp>
      <p:pic>
        <p:nvPicPr>
          <p:cNvPr id="6" name="Picture 5">
            <a:extLst>
              <a:ext uri="{FF2B5EF4-FFF2-40B4-BE49-F238E27FC236}">
                <a16:creationId xmlns:a16="http://schemas.microsoft.com/office/drawing/2014/main" id="{5D619388-32D1-0AE3-33BC-DD0B4E30534C}"/>
              </a:ext>
            </a:extLst>
          </p:cNvPr>
          <p:cNvPicPr>
            <a:picLocks noChangeAspect="1"/>
          </p:cNvPicPr>
          <p:nvPr/>
        </p:nvPicPr>
        <p:blipFill>
          <a:blip r:embed="rId3"/>
          <a:stretch>
            <a:fillRect/>
          </a:stretch>
        </p:blipFill>
        <p:spPr>
          <a:xfrm>
            <a:off x="6687748" y="1925468"/>
            <a:ext cx="4224368" cy="3262336"/>
          </a:xfrm>
          <a:prstGeom prst="rect">
            <a:avLst/>
          </a:prstGeom>
        </p:spPr>
      </p:pic>
    </p:spTree>
    <p:extLst>
      <p:ext uri="{BB962C8B-B14F-4D97-AF65-F5344CB8AC3E}">
        <p14:creationId xmlns:p14="http://schemas.microsoft.com/office/powerpoint/2010/main" val="80090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4" name="Title 1">
            <a:extLst>
              <a:ext uri="{FF2B5EF4-FFF2-40B4-BE49-F238E27FC236}">
                <a16:creationId xmlns:a16="http://schemas.microsoft.com/office/drawing/2014/main" id="{021C109C-C017-4D19-928F-AED25AC30125}"/>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Flight Number vs. Orbit Type</a:t>
            </a:r>
            <a:endParaRPr lang="en-US" dirty="0">
              <a:solidFill>
                <a:srgbClr val="0B49CB"/>
              </a:solidFill>
            </a:endParaRPr>
          </a:p>
        </p:txBody>
      </p:sp>
      <p:pic>
        <p:nvPicPr>
          <p:cNvPr id="6" name="Picture 5">
            <a:extLst>
              <a:ext uri="{FF2B5EF4-FFF2-40B4-BE49-F238E27FC236}">
                <a16:creationId xmlns:a16="http://schemas.microsoft.com/office/drawing/2014/main" id="{ADBE14E5-AC89-48C9-29A2-689AAD3764F2}"/>
              </a:ext>
            </a:extLst>
          </p:cNvPr>
          <p:cNvPicPr>
            <a:picLocks noChangeAspect="1"/>
          </p:cNvPicPr>
          <p:nvPr/>
        </p:nvPicPr>
        <p:blipFill>
          <a:blip r:embed="rId3"/>
          <a:stretch>
            <a:fillRect/>
          </a:stretch>
        </p:blipFill>
        <p:spPr>
          <a:xfrm>
            <a:off x="603701" y="1839833"/>
            <a:ext cx="11130115" cy="3811748"/>
          </a:xfrm>
          <a:prstGeom prst="rect">
            <a:avLst/>
          </a:prstGeom>
        </p:spPr>
      </p:pic>
    </p:spTree>
    <p:extLst>
      <p:ext uri="{BB962C8B-B14F-4D97-AF65-F5344CB8AC3E}">
        <p14:creationId xmlns:p14="http://schemas.microsoft.com/office/powerpoint/2010/main" val="1106727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4" name="Title 1">
            <a:extLst>
              <a:ext uri="{FF2B5EF4-FFF2-40B4-BE49-F238E27FC236}">
                <a16:creationId xmlns:a16="http://schemas.microsoft.com/office/drawing/2014/main" id="{AFE7D9E4-306D-49E3-9AC4-15D566FC72A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Orbit Type</a:t>
            </a:r>
            <a:endParaRPr lang="en-US" dirty="0">
              <a:solidFill>
                <a:srgbClr val="0B49CB"/>
              </a:solidFill>
            </a:endParaRPr>
          </a:p>
        </p:txBody>
      </p:sp>
      <p:pic>
        <p:nvPicPr>
          <p:cNvPr id="6" name="Picture 5">
            <a:extLst>
              <a:ext uri="{FF2B5EF4-FFF2-40B4-BE49-F238E27FC236}">
                <a16:creationId xmlns:a16="http://schemas.microsoft.com/office/drawing/2014/main" id="{819A2C80-AACB-06FD-DD2F-6C3966B333A4}"/>
              </a:ext>
            </a:extLst>
          </p:cNvPr>
          <p:cNvPicPr>
            <a:picLocks noChangeAspect="1"/>
          </p:cNvPicPr>
          <p:nvPr/>
        </p:nvPicPr>
        <p:blipFill>
          <a:blip r:embed="rId3"/>
          <a:stretch>
            <a:fillRect/>
          </a:stretch>
        </p:blipFill>
        <p:spPr>
          <a:xfrm>
            <a:off x="492704" y="1531817"/>
            <a:ext cx="11206591" cy="4255449"/>
          </a:xfrm>
          <a:prstGeom prst="rect">
            <a:avLst/>
          </a:prstGeom>
        </p:spPr>
      </p:pic>
    </p:spTree>
    <p:extLst>
      <p:ext uri="{BB962C8B-B14F-4D97-AF65-F5344CB8AC3E}">
        <p14:creationId xmlns:p14="http://schemas.microsoft.com/office/powerpoint/2010/main" val="3145340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BF7889-073A-E045-A3F2-45D63BD0FDC0}"/>
              </a:ext>
            </a:extLst>
          </p:cNvPr>
          <p:cNvSpPr>
            <a:spLocks noGrp="1"/>
          </p:cNvSpPr>
          <p:nvPr>
            <p:ph type="sldNum" sz="quarter" idx="12"/>
          </p:nvPr>
        </p:nvSpPr>
        <p:spPr/>
        <p:txBody>
          <a:bodyPr/>
          <a:lstStyle/>
          <a:p>
            <a:fld id="{5075537C-CA84-1446-933C-8E9D027F9201}" type="slidenum">
              <a:rPr lang="en-US" smtClean="0"/>
              <a:t>24</a:t>
            </a:fld>
            <a:endParaRPr lang="en-US"/>
          </a:p>
        </p:txBody>
      </p:sp>
      <p:sp>
        <p:nvSpPr>
          <p:cNvPr id="4" name="Title 1">
            <a:extLst>
              <a:ext uri="{FF2B5EF4-FFF2-40B4-BE49-F238E27FC236}">
                <a16:creationId xmlns:a16="http://schemas.microsoft.com/office/drawing/2014/main" id="{6D35FD2D-1BD2-45D7-B015-1A96C241520B}"/>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Success Yearly Trend</a:t>
            </a:r>
          </a:p>
        </p:txBody>
      </p:sp>
      <p:pic>
        <p:nvPicPr>
          <p:cNvPr id="6" name="Picture 5">
            <a:extLst>
              <a:ext uri="{FF2B5EF4-FFF2-40B4-BE49-F238E27FC236}">
                <a16:creationId xmlns:a16="http://schemas.microsoft.com/office/drawing/2014/main" id="{D1F297D9-F1BA-5DA5-3C93-81F384EC89A9}"/>
              </a:ext>
            </a:extLst>
          </p:cNvPr>
          <p:cNvPicPr>
            <a:picLocks noChangeAspect="1"/>
          </p:cNvPicPr>
          <p:nvPr/>
        </p:nvPicPr>
        <p:blipFill>
          <a:blip r:embed="rId3"/>
          <a:stretch>
            <a:fillRect/>
          </a:stretch>
        </p:blipFill>
        <p:spPr>
          <a:xfrm>
            <a:off x="2371541" y="1428401"/>
            <a:ext cx="7133795" cy="5069781"/>
          </a:xfrm>
          <a:prstGeom prst="rect">
            <a:avLst/>
          </a:prstGeom>
        </p:spPr>
      </p:pic>
    </p:spTree>
    <p:extLst>
      <p:ext uri="{BB962C8B-B14F-4D97-AF65-F5344CB8AC3E}">
        <p14:creationId xmlns:p14="http://schemas.microsoft.com/office/powerpoint/2010/main" val="706594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25</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lvl="8">
              <a:lnSpc>
                <a:spcPct val="100000"/>
              </a:lnSpc>
              <a:spcBef>
                <a:spcPts val="1400"/>
              </a:spcBef>
            </a:pPr>
            <a:r>
              <a:rPr lang="en-US" sz="1200" dirty="0">
                <a:solidFill>
                  <a:schemeClr val="accent3">
                    <a:lumMod val="25000"/>
                  </a:schemeClr>
                </a:solidFill>
                <a:latin typeface="Abadi" panose="020B0604020104020204" pitchFamily="34" charset="0"/>
              </a:rPr>
              <a:t>Find the names of the unique launch sites</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86E60219-AE1B-47B6-9A1D-F2865D04BE52}"/>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All Launch Site Names</a:t>
            </a:r>
          </a:p>
        </p:txBody>
      </p:sp>
      <p:pic>
        <p:nvPicPr>
          <p:cNvPr id="6" name="Picture 5">
            <a:extLst>
              <a:ext uri="{FF2B5EF4-FFF2-40B4-BE49-F238E27FC236}">
                <a16:creationId xmlns:a16="http://schemas.microsoft.com/office/drawing/2014/main" id="{C1E85134-6E65-2F6F-A8DE-5F236849453A}"/>
              </a:ext>
            </a:extLst>
          </p:cNvPr>
          <p:cNvPicPr>
            <a:picLocks noChangeAspect="1"/>
          </p:cNvPicPr>
          <p:nvPr/>
        </p:nvPicPr>
        <p:blipFill>
          <a:blip r:embed="rId3"/>
          <a:stretch>
            <a:fillRect/>
          </a:stretch>
        </p:blipFill>
        <p:spPr>
          <a:xfrm>
            <a:off x="538122" y="1225527"/>
            <a:ext cx="11115756" cy="4843498"/>
          </a:xfrm>
          <a:prstGeom prst="rect">
            <a:avLst/>
          </a:prstGeom>
        </p:spPr>
      </p:pic>
    </p:spTree>
    <p:extLst>
      <p:ext uri="{BB962C8B-B14F-4D97-AF65-F5344CB8AC3E}">
        <p14:creationId xmlns:p14="http://schemas.microsoft.com/office/powerpoint/2010/main" val="2727850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26</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dirty="0">
                <a:solidFill>
                  <a:schemeClr val="accent3">
                    <a:lumMod val="25000"/>
                  </a:schemeClr>
                </a:solidFill>
                <a:latin typeface="Abadi" panose="020B0604020104020204" pitchFamily="34" charset="0"/>
              </a:rPr>
              <a:t>Find 5 records where launch sites begin with `CCA`</a:t>
            </a: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557C8CBA-1A0E-4CDF-A451-7AAA44D3983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Site Names Begin with 'CCA'</a:t>
            </a:r>
          </a:p>
        </p:txBody>
      </p:sp>
      <p:pic>
        <p:nvPicPr>
          <p:cNvPr id="6" name="Picture 5">
            <a:extLst>
              <a:ext uri="{FF2B5EF4-FFF2-40B4-BE49-F238E27FC236}">
                <a16:creationId xmlns:a16="http://schemas.microsoft.com/office/drawing/2014/main" id="{E36A28FD-7616-E7C1-C870-9C3AF3517871}"/>
              </a:ext>
            </a:extLst>
          </p:cNvPr>
          <p:cNvPicPr>
            <a:picLocks noChangeAspect="1"/>
          </p:cNvPicPr>
          <p:nvPr/>
        </p:nvPicPr>
        <p:blipFill>
          <a:blip r:embed="rId3"/>
          <a:stretch>
            <a:fillRect/>
          </a:stretch>
        </p:blipFill>
        <p:spPr>
          <a:xfrm>
            <a:off x="458856" y="1546367"/>
            <a:ext cx="11274287" cy="4228958"/>
          </a:xfrm>
          <a:prstGeom prst="rect">
            <a:avLst/>
          </a:prstGeom>
        </p:spPr>
      </p:pic>
    </p:spTree>
    <p:extLst>
      <p:ext uri="{BB962C8B-B14F-4D97-AF65-F5344CB8AC3E}">
        <p14:creationId xmlns:p14="http://schemas.microsoft.com/office/powerpoint/2010/main" val="1794738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27</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Calculate the total payload carried by boosters from NASA</a:t>
            </a: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FD161C47-0660-416F-B4C2-25E4D35D69F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Payload Mass</a:t>
            </a:r>
          </a:p>
        </p:txBody>
      </p:sp>
      <p:pic>
        <p:nvPicPr>
          <p:cNvPr id="6" name="Picture 5">
            <a:extLst>
              <a:ext uri="{FF2B5EF4-FFF2-40B4-BE49-F238E27FC236}">
                <a16:creationId xmlns:a16="http://schemas.microsoft.com/office/drawing/2014/main" id="{30665C7C-6CF9-13DA-B42E-FDEE7A4F6EE2}"/>
              </a:ext>
            </a:extLst>
          </p:cNvPr>
          <p:cNvPicPr>
            <a:picLocks noChangeAspect="1"/>
          </p:cNvPicPr>
          <p:nvPr/>
        </p:nvPicPr>
        <p:blipFill>
          <a:blip r:embed="rId3"/>
          <a:stretch>
            <a:fillRect/>
          </a:stretch>
        </p:blipFill>
        <p:spPr>
          <a:xfrm>
            <a:off x="497640" y="1393016"/>
            <a:ext cx="11196719" cy="4071967"/>
          </a:xfrm>
          <a:prstGeom prst="rect">
            <a:avLst/>
          </a:prstGeom>
        </p:spPr>
      </p:pic>
    </p:spTree>
    <p:extLst>
      <p:ext uri="{BB962C8B-B14F-4D97-AF65-F5344CB8AC3E}">
        <p14:creationId xmlns:p14="http://schemas.microsoft.com/office/powerpoint/2010/main" val="4010014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28</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Calculate the average payload mass carried by booster version F9 v1.1</a:t>
            </a: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AFD52E17-48CB-4D60-BD56-71D197A29B38}"/>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Average Payload Mass by F9 v1.1</a:t>
            </a:r>
          </a:p>
        </p:txBody>
      </p:sp>
      <p:pic>
        <p:nvPicPr>
          <p:cNvPr id="6" name="Picture 5">
            <a:extLst>
              <a:ext uri="{FF2B5EF4-FFF2-40B4-BE49-F238E27FC236}">
                <a16:creationId xmlns:a16="http://schemas.microsoft.com/office/drawing/2014/main" id="{DA3EF93E-55D8-DC40-F131-9291729CAC2F}"/>
              </a:ext>
            </a:extLst>
          </p:cNvPr>
          <p:cNvPicPr>
            <a:picLocks noChangeAspect="1"/>
          </p:cNvPicPr>
          <p:nvPr/>
        </p:nvPicPr>
        <p:blipFill>
          <a:blip r:embed="rId3"/>
          <a:stretch>
            <a:fillRect/>
          </a:stretch>
        </p:blipFill>
        <p:spPr>
          <a:xfrm>
            <a:off x="734028" y="1435246"/>
            <a:ext cx="10444239" cy="4648234"/>
          </a:xfrm>
          <a:prstGeom prst="rect">
            <a:avLst/>
          </a:prstGeom>
        </p:spPr>
      </p:pic>
    </p:spTree>
    <p:extLst>
      <p:ext uri="{BB962C8B-B14F-4D97-AF65-F5344CB8AC3E}">
        <p14:creationId xmlns:p14="http://schemas.microsoft.com/office/powerpoint/2010/main" val="2735560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29</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Find the dates of the first successful landing outcome on ground pad</a:t>
            </a:r>
            <a:endParaRPr lang="en-US" dirty="0">
              <a:solidFill>
                <a:schemeClr val="accent3">
                  <a:lumMod val="25000"/>
                </a:schemeClr>
              </a:solidFill>
            </a:endParaRP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7F12CD3C-55B3-4129-817A-84D0B28F713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First Successful Ground Landing Date</a:t>
            </a:r>
          </a:p>
        </p:txBody>
      </p:sp>
      <p:pic>
        <p:nvPicPr>
          <p:cNvPr id="6" name="Picture 5">
            <a:extLst>
              <a:ext uri="{FF2B5EF4-FFF2-40B4-BE49-F238E27FC236}">
                <a16:creationId xmlns:a16="http://schemas.microsoft.com/office/drawing/2014/main" id="{E3E31294-BB9F-C032-A1EA-0E14C0B84304}"/>
              </a:ext>
            </a:extLst>
          </p:cNvPr>
          <p:cNvPicPr>
            <a:picLocks noChangeAspect="1"/>
          </p:cNvPicPr>
          <p:nvPr/>
        </p:nvPicPr>
        <p:blipFill>
          <a:blip r:embed="rId3"/>
          <a:stretch>
            <a:fillRect/>
          </a:stretch>
        </p:blipFill>
        <p:spPr>
          <a:xfrm>
            <a:off x="770010" y="1422723"/>
            <a:ext cx="9895038" cy="4602850"/>
          </a:xfrm>
          <a:prstGeom prst="rect">
            <a:avLst/>
          </a:prstGeom>
        </p:spPr>
      </p:pic>
    </p:spTree>
    <p:extLst>
      <p:ext uri="{BB962C8B-B14F-4D97-AF65-F5344CB8AC3E}">
        <p14:creationId xmlns:p14="http://schemas.microsoft.com/office/powerpoint/2010/main" val="1434679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30</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a:solidFill>
                  <a:schemeClr val="accent3">
                    <a:lumMod val="25000"/>
                  </a:schemeClr>
                </a:solidFill>
                <a:latin typeface="Abadi"/>
              </a:rPr>
              <a:t>List the names of boosters which have successfully landed on drone ship and had payload mass greater than 4000 but less than 6000</a:t>
            </a:r>
            <a:endParaRPr lang="en-US" sz="2200">
              <a:solidFill>
                <a:schemeClr val="accent3">
                  <a:lumMod val="25000"/>
                </a:schemeClr>
              </a:solidFill>
              <a:latin typeface="Abadi" panose="020B0604020104020204" pitchFamily="34" charset="0"/>
            </a:endParaRPr>
          </a:p>
          <a:p>
            <a:pPr>
              <a:lnSpc>
                <a:spcPct val="100000"/>
              </a:lnSpc>
              <a:spcBef>
                <a:spcPts val="1400"/>
              </a:spcBef>
            </a:pP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8" name="Title 1">
            <a:extLst>
              <a:ext uri="{FF2B5EF4-FFF2-40B4-BE49-F238E27FC236}">
                <a16:creationId xmlns:a16="http://schemas.microsoft.com/office/drawing/2014/main" id="{952C2E9C-C6BE-40BD-A406-CFB441363C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Drone Ship Landing with Payload between 4000 and 6000</a:t>
            </a:r>
          </a:p>
        </p:txBody>
      </p:sp>
      <p:pic>
        <p:nvPicPr>
          <p:cNvPr id="3" name="Picture 2">
            <a:extLst>
              <a:ext uri="{FF2B5EF4-FFF2-40B4-BE49-F238E27FC236}">
                <a16:creationId xmlns:a16="http://schemas.microsoft.com/office/drawing/2014/main" id="{FFED7855-DB9D-8E37-113B-F152B6DFFF1D}"/>
              </a:ext>
            </a:extLst>
          </p:cNvPr>
          <p:cNvPicPr>
            <a:picLocks noChangeAspect="1"/>
          </p:cNvPicPr>
          <p:nvPr/>
        </p:nvPicPr>
        <p:blipFill>
          <a:blip r:embed="rId3"/>
          <a:stretch>
            <a:fillRect/>
          </a:stretch>
        </p:blipFill>
        <p:spPr>
          <a:xfrm>
            <a:off x="642897" y="1454929"/>
            <a:ext cx="10906205" cy="3948141"/>
          </a:xfrm>
          <a:prstGeom prst="rect">
            <a:avLst/>
          </a:prstGeom>
        </p:spPr>
      </p:pic>
    </p:spTree>
    <p:extLst>
      <p:ext uri="{BB962C8B-B14F-4D97-AF65-F5344CB8AC3E}">
        <p14:creationId xmlns:p14="http://schemas.microsoft.com/office/powerpoint/2010/main" val="639399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31</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a:normAutofit/>
          </a:bodyPr>
          <a:lstStyle/>
          <a:p>
            <a:pPr>
              <a:lnSpc>
                <a:spcPct val="100000"/>
              </a:lnSpc>
              <a:spcBef>
                <a:spcPts val="1400"/>
              </a:spcBef>
            </a:pPr>
            <a:r>
              <a:rPr lang="en-US" sz="2200">
                <a:solidFill>
                  <a:schemeClr val="accent3">
                    <a:lumMod val="25000"/>
                  </a:schemeClr>
                </a:solidFill>
                <a:latin typeface="Abadi" panose="020B0604020104020204" pitchFamily="34" charset="0"/>
              </a:rPr>
              <a:t>Calculate the total number of successful and failure mission outcomes</a:t>
            </a:r>
          </a:p>
          <a:p>
            <a:pPr>
              <a:lnSpc>
                <a:spcPct val="100000"/>
              </a:lnSpc>
              <a:spcBef>
                <a:spcPts val="1400"/>
              </a:spcBef>
            </a:pPr>
            <a:r>
              <a:rPr lang="en-US" sz="220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79B32320-42D4-49FA-8047-C080B444B3A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Total Number of Successful and Failure Mission Outcomes</a:t>
            </a:r>
          </a:p>
        </p:txBody>
      </p:sp>
      <p:pic>
        <p:nvPicPr>
          <p:cNvPr id="6" name="Picture 5">
            <a:extLst>
              <a:ext uri="{FF2B5EF4-FFF2-40B4-BE49-F238E27FC236}">
                <a16:creationId xmlns:a16="http://schemas.microsoft.com/office/drawing/2014/main" id="{21EF7D16-7CD5-413D-2A0E-CB81764C0E92}"/>
              </a:ext>
            </a:extLst>
          </p:cNvPr>
          <p:cNvPicPr>
            <a:picLocks noChangeAspect="1"/>
          </p:cNvPicPr>
          <p:nvPr/>
        </p:nvPicPr>
        <p:blipFill>
          <a:blip r:embed="rId3"/>
          <a:stretch>
            <a:fillRect/>
          </a:stretch>
        </p:blipFill>
        <p:spPr>
          <a:xfrm>
            <a:off x="833399" y="1714487"/>
            <a:ext cx="10525202" cy="3429025"/>
          </a:xfrm>
          <a:prstGeom prst="rect">
            <a:avLst/>
          </a:prstGeom>
        </p:spPr>
      </p:pic>
    </p:spTree>
    <p:extLst>
      <p:ext uri="{BB962C8B-B14F-4D97-AF65-F5344CB8AC3E}">
        <p14:creationId xmlns:p14="http://schemas.microsoft.com/office/powerpoint/2010/main" val="17569726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32</a:t>
            </a:fld>
            <a:endParaRPr lang="en-US" dirty="0"/>
          </a:p>
        </p:txBody>
      </p:sp>
      <p:sp>
        <p:nvSpPr>
          <p:cNvPr id="3" name="Title 1">
            <a:extLst>
              <a:ext uri="{FF2B5EF4-FFF2-40B4-BE49-F238E27FC236}">
                <a16:creationId xmlns:a16="http://schemas.microsoft.com/office/drawing/2014/main" id="{2A7EB98F-A25F-4357-9775-478FC17F7F83}"/>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Boosters Carried Maximum Payload</a:t>
            </a:r>
          </a:p>
        </p:txBody>
      </p:sp>
      <p:pic>
        <p:nvPicPr>
          <p:cNvPr id="6" name="Picture 5">
            <a:extLst>
              <a:ext uri="{FF2B5EF4-FFF2-40B4-BE49-F238E27FC236}">
                <a16:creationId xmlns:a16="http://schemas.microsoft.com/office/drawing/2014/main" id="{2AE14A32-2C7E-936F-5710-78A2D021FE33}"/>
              </a:ext>
            </a:extLst>
          </p:cNvPr>
          <p:cNvPicPr>
            <a:picLocks noChangeAspect="1"/>
          </p:cNvPicPr>
          <p:nvPr/>
        </p:nvPicPr>
        <p:blipFill>
          <a:blip r:embed="rId3"/>
          <a:stretch>
            <a:fillRect/>
          </a:stretch>
        </p:blipFill>
        <p:spPr>
          <a:xfrm>
            <a:off x="770010" y="1593819"/>
            <a:ext cx="9196455" cy="4181506"/>
          </a:xfrm>
          <a:prstGeom prst="rect">
            <a:avLst/>
          </a:prstGeom>
        </p:spPr>
      </p:pic>
    </p:spTree>
    <p:extLst>
      <p:ext uri="{BB962C8B-B14F-4D97-AF65-F5344CB8AC3E}">
        <p14:creationId xmlns:p14="http://schemas.microsoft.com/office/powerpoint/2010/main" val="3566646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33</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normAutofit/>
          </a:bodyPr>
          <a:lstStyle/>
          <a:p>
            <a:pPr>
              <a:lnSpc>
                <a:spcPct val="100000"/>
              </a:lnSpc>
              <a:spcBef>
                <a:spcPts val="1400"/>
              </a:spcBef>
            </a:pPr>
            <a:r>
              <a:rPr lang="en-US" sz="2200" dirty="0">
                <a:solidFill>
                  <a:schemeClr val="accent3">
                    <a:lumMod val="25000"/>
                  </a:schemeClr>
                </a:solidFill>
                <a:latin typeface="Abadi"/>
              </a:rPr>
              <a:t>List the failed </a:t>
            </a:r>
            <a:r>
              <a:rPr lang="en-US" sz="2200" dirty="0" err="1">
                <a:solidFill>
                  <a:schemeClr val="accent3">
                    <a:lumMod val="25000"/>
                  </a:schemeClr>
                </a:solidFill>
                <a:latin typeface="Abadi"/>
              </a:rPr>
              <a:t>landing_outcomes</a:t>
            </a:r>
            <a:r>
              <a:rPr lang="en-US" sz="2200" dirty="0">
                <a:solidFill>
                  <a:schemeClr val="accent3">
                    <a:lumMod val="25000"/>
                  </a:schemeClr>
                </a:solidFill>
                <a:latin typeface="Abadi"/>
              </a:rPr>
              <a:t> in drone ship, their booster versions, and launch site names for in year 2015</a:t>
            </a:r>
          </a:p>
          <a:p>
            <a:pPr>
              <a:lnSpc>
                <a:spcPct val="100000"/>
              </a:lnSpc>
              <a:spcBef>
                <a:spcPts val="1400"/>
              </a:spcBef>
            </a:pPr>
            <a:endParaRPr lang="en-GB" sz="2200" dirty="0">
              <a:solidFill>
                <a:schemeClr val="accent3">
                  <a:lumMod val="25000"/>
                </a:schemeClr>
              </a:solidFill>
              <a:latin typeface="Abadi"/>
            </a:endParaRPr>
          </a:p>
          <a:p>
            <a:pPr>
              <a:lnSpc>
                <a:spcPct val="100000"/>
              </a:lnSpc>
              <a:spcBef>
                <a:spcPts val="1400"/>
              </a:spcBef>
            </a:pPr>
            <a:endParaRPr lang="en-AU" sz="2200" dirty="0">
              <a:solidFill>
                <a:schemeClr val="accent3">
                  <a:lumMod val="25000"/>
                </a:schemeClr>
              </a:solidFill>
              <a:latin typeface="Abadi"/>
            </a:endParaRPr>
          </a:p>
          <a:p>
            <a:pPr>
              <a:lnSpc>
                <a:spcPct val="100000"/>
              </a:lnSpc>
              <a:spcBef>
                <a:spcPts val="1400"/>
              </a:spcBef>
            </a:pPr>
            <a:endParaRPr lang="en-AU" sz="2200" dirty="0">
              <a:solidFill>
                <a:schemeClr val="accent3">
                  <a:lumMod val="25000"/>
                </a:schemeClr>
              </a:solidFill>
              <a:latin typeface="Abadi"/>
            </a:endParaRPr>
          </a:p>
        </p:txBody>
      </p:sp>
      <p:sp>
        <p:nvSpPr>
          <p:cNvPr id="3" name="Title 1">
            <a:extLst>
              <a:ext uri="{FF2B5EF4-FFF2-40B4-BE49-F238E27FC236}">
                <a16:creationId xmlns:a16="http://schemas.microsoft.com/office/drawing/2014/main" id="{964DA114-677C-40D8-8FFA-43531834CFB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2015 Launch Records</a:t>
            </a:r>
          </a:p>
        </p:txBody>
      </p:sp>
      <p:graphicFrame>
        <p:nvGraphicFramePr>
          <p:cNvPr id="9" name="Table 9">
            <a:extLst>
              <a:ext uri="{FF2B5EF4-FFF2-40B4-BE49-F238E27FC236}">
                <a16:creationId xmlns:a16="http://schemas.microsoft.com/office/drawing/2014/main" id="{1CF2420C-8537-8ADB-2AF5-80C67A2DF5EF}"/>
              </a:ext>
            </a:extLst>
          </p:cNvPr>
          <p:cNvGraphicFramePr>
            <a:graphicFrameLocks noGrp="1"/>
          </p:cNvGraphicFramePr>
          <p:nvPr>
            <p:extLst>
              <p:ext uri="{D42A27DB-BD31-4B8C-83A1-F6EECF244321}">
                <p14:modId xmlns:p14="http://schemas.microsoft.com/office/powerpoint/2010/main" val="1313270268"/>
              </p:ext>
            </p:extLst>
          </p:nvPr>
        </p:nvGraphicFramePr>
        <p:xfrm>
          <a:off x="2032000" y="3119868"/>
          <a:ext cx="8128000" cy="74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40385695"/>
                    </a:ext>
                  </a:extLst>
                </a:gridCol>
                <a:gridCol w="4064000">
                  <a:extLst>
                    <a:ext uri="{9D8B030D-6E8A-4147-A177-3AD203B41FA5}">
                      <a16:colId xmlns:a16="http://schemas.microsoft.com/office/drawing/2014/main" val="361037328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accent3">
                              <a:lumMod val="25000"/>
                            </a:schemeClr>
                          </a:solidFill>
                        </a:rPr>
                        <a:t>Booster Version</a:t>
                      </a:r>
                      <a:endParaRPr lang="en-GB" sz="1800" dirty="0">
                        <a:solidFill>
                          <a:schemeClr val="accent3">
                            <a:lumMod val="25000"/>
                          </a:schemeClr>
                        </a:solidFill>
                        <a:latin typeface="Abadi"/>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accent3">
                              <a:lumMod val="25000"/>
                            </a:schemeClr>
                          </a:solidFill>
                        </a:rPr>
                        <a:t>Launch Site</a:t>
                      </a:r>
                      <a:endParaRPr lang="en-GB" sz="1800" dirty="0">
                        <a:solidFill>
                          <a:schemeClr val="accent3">
                            <a:lumMod val="25000"/>
                          </a:schemeClr>
                        </a:solidFill>
                        <a:latin typeface="Abadi"/>
                      </a:endParaRPr>
                    </a:p>
                  </a:txBody>
                  <a:tcPr/>
                </a:tc>
                <a:extLst>
                  <a:ext uri="{0D108BD9-81ED-4DB2-BD59-A6C34878D82A}">
                    <a16:rowId xmlns:a16="http://schemas.microsoft.com/office/drawing/2014/main" val="354209891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accent3">
                              <a:lumMod val="25000"/>
                            </a:schemeClr>
                          </a:solidFill>
                        </a:rPr>
                        <a:t>F9 v1.1 B1012</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chemeClr val="accent3">
                              <a:lumMod val="25000"/>
                            </a:schemeClr>
                          </a:solidFill>
                        </a:rPr>
                        <a:t>CCAFS LC-40</a:t>
                      </a:r>
                      <a:endParaRPr lang="en-US" sz="1800" dirty="0">
                        <a:solidFill>
                          <a:schemeClr val="accent3">
                            <a:lumMod val="25000"/>
                          </a:schemeClr>
                        </a:solidFill>
                        <a:latin typeface="Abadi"/>
                      </a:endParaRPr>
                    </a:p>
                  </a:txBody>
                  <a:tcPr/>
                </a:tc>
                <a:extLst>
                  <a:ext uri="{0D108BD9-81ED-4DB2-BD59-A6C34878D82A}">
                    <a16:rowId xmlns:a16="http://schemas.microsoft.com/office/drawing/2014/main" val="2549102566"/>
                  </a:ext>
                </a:extLst>
              </a:tr>
            </a:tbl>
          </a:graphicData>
        </a:graphic>
      </p:graphicFrame>
    </p:spTree>
    <p:extLst>
      <p:ext uri="{BB962C8B-B14F-4D97-AF65-F5344CB8AC3E}">
        <p14:creationId xmlns:p14="http://schemas.microsoft.com/office/powerpoint/2010/main" val="1398439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28596A-0847-664A-9D47-5096383E5E09}"/>
              </a:ext>
            </a:extLst>
          </p:cNvPr>
          <p:cNvSpPr>
            <a:spLocks noGrp="1"/>
          </p:cNvSpPr>
          <p:nvPr>
            <p:ph type="sldNum" sz="quarter" idx="12"/>
          </p:nvPr>
        </p:nvSpPr>
        <p:spPr/>
        <p:txBody>
          <a:bodyPr/>
          <a:lstStyle/>
          <a:p>
            <a:fld id="{5075537C-CA84-1446-933C-8E9D027F9201}" type="slidenum">
              <a:rPr lang="en-US" smtClean="0"/>
              <a:t>34</a:t>
            </a:fld>
            <a:endParaRPr lang="en-US" dirty="0"/>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idx="4294967295"/>
          </p:nvPr>
        </p:nvSpPr>
        <p:spPr>
          <a:xfrm>
            <a:off x="770010" y="1825625"/>
            <a:ext cx="9745589" cy="4351338"/>
          </a:xfrm>
          <a:prstGeom prst="rect">
            <a:avLst/>
          </a:prstGeom>
        </p:spPr>
        <p:txBody>
          <a:bodyPr lIns="91440" tIns="45720" rIns="91440" bIns="45720" anchor="t"/>
          <a:lstStyle/>
          <a:p>
            <a:pPr>
              <a:lnSpc>
                <a:spcPct val="100000"/>
              </a:lnSpc>
              <a:spcBef>
                <a:spcPts val="1400"/>
              </a:spcBef>
            </a:pPr>
            <a:r>
              <a:rPr lang="en-US" sz="2200" dirty="0">
                <a:solidFill>
                  <a:schemeClr val="accent3">
                    <a:lumMod val="25000"/>
                  </a:schemeClr>
                </a:solidFill>
                <a:latin typeface="Abadi"/>
              </a:rPr>
              <a:t>Rank the count of landing outcomes (such as Failure (drone ship) or Success (ground pad)) between the date 2010-06-04 and 2017-03-20, in descending order</a:t>
            </a:r>
          </a:p>
          <a:p>
            <a:pPr>
              <a:lnSpc>
                <a:spcPct val="100000"/>
              </a:lnSpc>
              <a:spcBef>
                <a:spcPts val="1400"/>
              </a:spcBef>
            </a:pPr>
            <a:endParaRPr lang="en-US" sz="2200" dirty="0">
              <a:solidFill>
                <a:schemeClr val="accent3">
                  <a:lumMod val="25000"/>
                </a:schemeClr>
              </a:solidFill>
              <a:latin typeface="Abadi"/>
            </a:endParaRPr>
          </a:p>
          <a:p>
            <a:pPr>
              <a:lnSpc>
                <a:spcPct val="100000"/>
              </a:lnSpc>
              <a:spcBef>
                <a:spcPts val="1400"/>
              </a:spcBef>
            </a:pPr>
            <a:r>
              <a:rPr lang="en-US" sz="2200" dirty="0">
                <a:solidFill>
                  <a:schemeClr val="accent3">
                    <a:lumMod val="25000"/>
                  </a:schemeClr>
                </a:solidFill>
                <a:latin typeface="Abadi" panose="020B0604020104020204" pitchFamily="34" charset="0"/>
              </a:rPr>
              <a:t>Present your query result with a short explanation here</a:t>
            </a:r>
          </a:p>
        </p:txBody>
      </p:sp>
      <p:sp>
        <p:nvSpPr>
          <p:cNvPr id="3" name="Title 1">
            <a:extLst>
              <a:ext uri="{FF2B5EF4-FFF2-40B4-BE49-F238E27FC236}">
                <a16:creationId xmlns:a16="http://schemas.microsoft.com/office/drawing/2014/main" id="{04523243-E4D6-45EC-97C8-D44398FB741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Rank Landing Outcomes Between 2010-06-04 and 2017-03-20</a:t>
            </a:r>
          </a:p>
        </p:txBody>
      </p:sp>
      <p:pic>
        <p:nvPicPr>
          <p:cNvPr id="6" name="Picture 5">
            <a:extLst>
              <a:ext uri="{FF2B5EF4-FFF2-40B4-BE49-F238E27FC236}">
                <a16:creationId xmlns:a16="http://schemas.microsoft.com/office/drawing/2014/main" id="{034F2515-8F9C-4BC7-8D21-31502C86995F}"/>
              </a:ext>
            </a:extLst>
          </p:cNvPr>
          <p:cNvPicPr>
            <a:picLocks noChangeAspect="1"/>
          </p:cNvPicPr>
          <p:nvPr/>
        </p:nvPicPr>
        <p:blipFill>
          <a:blip r:embed="rId3"/>
          <a:stretch>
            <a:fillRect/>
          </a:stretch>
        </p:blipFill>
        <p:spPr>
          <a:xfrm>
            <a:off x="770010" y="1546977"/>
            <a:ext cx="9686274" cy="4372828"/>
          </a:xfrm>
          <a:prstGeom prst="rect">
            <a:avLst/>
          </a:prstGeom>
        </p:spPr>
      </p:pic>
    </p:spTree>
    <p:extLst>
      <p:ext uri="{BB962C8B-B14F-4D97-AF65-F5344CB8AC3E}">
        <p14:creationId xmlns:p14="http://schemas.microsoft.com/office/powerpoint/2010/main" val="3975168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B25EC16-0638-FF41-B7CF-E42224EF7FA1}"/>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3</a:t>
            </a:r>
          </a:p>
        </p:txBody>
      </p:sp>
    </p:spTree>
    <p:extLst>
      <p:ext uri="{BB962C8B-B14F-4D97-AF65-F5344CB8AC3E}">
        <p14:creationId xmlns:p14="http://schemas.microsoft.com/office/powerpoint/2010/main" val="1023352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36</a:t>
            </a:fld>
            <a:endParaRPr lang="en-US"/>
          </a:p>
        </p:txBody>
      </p:sp>
      <p:sp>
        <p:nvSpPr>
          <p:cNvPr id="2" name="Title 1">
            <a:extLst>
              <a:ext uri="{FF2B5EF4-FFF2-40B4-BE49-F238E27FC236}">
                <a16:creationId xmlns:a16="http://schemas.microsoft.com/office/drawing/2014/main" id="{54176327-8CC4-4356-8BBB-DC4965CE9857}"/>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GB" dirty="0">
                <a:solidFill>
                  <a:srgbClr val="0B49CB"/>
                </a:solidFill>
                <a:latin typeface="Abadi"/>
              </a:rPr>
              <a:t>A</a:t>
            </a:r>
            <a:r>
              <a:rPr lang="en-US" dirty="0" err="1">
                <a:solidFill>
                  <a:srgbClr val="0B49CB"/>
                </a:solidFill>
                <a:latin typeface="Abadi"/>
              </a:rPr>
              <a:t>ll</a:t>
            </a:r>
            <a:r>
              <a:rPr lang="en-US" dirty="0">
                <a:solidFill>
                  <a:srgbClr val="0B49CB"/>
                </a:solidFill>
                <a:latin typeface="Abadi"/>
              </a:rPr>
              <a:t> launch sites</a:t>
            </a:r>
          </a:p>
        </p:txBody>
      </p:sp>
      <p:pic>
        <p:nvPicPr>
          <p:cNvPr id="6" name="Picture 5">
            <a:extLst>
              <a:ext uri="{FF2B5EF4-FFF2-40B4-BE49-F238E27FC236}">
                <a16:creationId xmlns:a16="http://schemas.microsoft.com/office/drawing/2014/main" id="{88BF2BB6-C127-AF3C-4493-8818ACC0D39A}"/>
              </a:ext>
            </a:extLst>
          </p:cNvPr>
          <p:cNvPicPr>
            <a:picLocks noChangeAspect="1"/>
          </p:cNvPicPr>
          <p:nvPr/>
        </p:nvPicPr>
        <p:blipFill>
          <a:blip r:embed="rId3"/>
          <a:stretch>
            <a:fillRect/>
          </a:stretch>
        </p:blipFill>
        <p:spPr>
          <a:xfrm>
            <a:off x="2393129" y="1510690"/>
            <a:ext cx="7405742" cy="4514883"/>
          </a:xfrm>
          <a:prstGeom prst="rect">
            <a:avLst/>
          </a:prstGeom>
        </p:spPr>
      </p:pic>
    </p:spTree>
    <p:extLst>
      <p:ext uri="{BB962C8B-B14F-4D97-AF65-F5344CB8AC3E}">
        <p14:creationId xmlns:p14="http://schemas.microsoft.com/office/powerpoint/2010/main" val="981671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37</a:t>
            </a:fld>
            <a:endParaRPr lang="en-US"/>
          </a:p>
        </p:txBody>
      </p:sp>
      <p:sp>
        <p:nvSpPr>
          <p:cNvPr id="8" name="Title 1">
            <a:extLst>
              <a:ext uri="{FF2B5EF4-FFF2-40B4-BE49-F238E27FC236}">
                <a16:creationId xmlns:a16="http://schemas.microsoft.com/office/drawing/2014/main" id="{2E0ECA32-E146-40DA-85CD-9677244BC3EC}"/>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Launch outcome by launch site</a:t>
            </a:r>
          </a:p>
        </p:txBody>
      </p:sp>
      <p:pic>
        <p:nvPicPr>
          <p:cNvPr id="4" name="Picture 3">
            <a:extLst>
              <a:ext uri="{FF2B5EF4-FFF2-40B4-BE49-F238E27FC236}">
                <a16:creationId xmlns:a16="http://schemas.microsoft.com/office/drawing/2014/main" id="{841AD2AC-475D-A2C9-E36F-81AB461E67B0}"/>
              </a:ext>
            </a:extLst>
          </p:cNvPr>
          <p:cNvPicPr>
            <a:picLocks noChangeAspect="1"/>
          </p:cNvPicPr>
          <p:nvPr/>
        </p:nvPicPr>
        <p:blipFill>
          <a:blip r:embed="rId3"/>
          <a:stretch>
            <a:fillRect/>
          </a:stretch>
        </p:blipFill>
        <p:spPr>
          <a:xfrm>
            <a:off x="770011" y="1591764"/>
            <a:ext cx="10453764" cy="4476783"/>
          </a:xfrm>
          <a:prstGeom prst="rect">
            <a:avLst/>
          </a:prstGeom>
        </p:spPr>
      </p:pic>
    </p:spTree>
    <p:extLst>
      <p:ext uri="{BB962C8B-B14F-4D97-AF65-F5344CB8AC3E}">
        <p14:creationId xmlns:p14="http://schemas.microsoft.com/office/powerpoint/2010/main" val="2395978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8BBD4D-F87B-2648-91EB-CF6A4BF6870A}"/>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4</a:t>
            </a:r>
          </a:p>
        </p:txBody>
      </p:sp>
    </p:spTree>
    <p:extLst>
      <p:ext uri="{BB962C8B-B14F-4D97-AF65-F5344CB8AC3E}">
        <p14:creationId xmlns:p14="http://schemas.microsoft.com/office/powerpoint/2010/main" val="733461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39</a:t>
            </a:fld>
            <a:endParaRPr lang="en-US"/>
          </a:p>
        </p:txBody>
      </p:sp>
      <p:sp>
        <p:nvSpPr>
          <p:cNvPr id="8" name="Title 1">
            <a:extLst>
              <a:ext uri="{FF2B5EF4-FFF2-40B4-BE49-F238E27FC236}">
                <a16:creationId xmlns:a16="http://schemas.microsoft.com/office/drawing/2014/main" id="{9456A072-47A6-4424-9ABE-F398119040DD}"/>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Successful Launches by Site</a:t>
            </a:r>
          </a:p>
        </p:txBody>
      </p:sp>
      <p:pic>
        <p:nvPicPr>
          <p:cNvPr id="4" name="Picture 3">
            <a:extLst>
              <a:ext uri="{FF2B5EF4-FFF2-40B4-BE49-F238E27FC236}">
                <a16:creationId xmlns:a16="http://schemas.microsoft.com/office/drawing/2014/main" id="{C3DEEFA7-78F1-3415-8264-E20177D02155}"/>
              </a:ext>
            </a:extLst>
          </p:cNvPr>
          <p:cNvPicPr>
            <a:picLocks noChangeAspect="1"/>
          </p:cNvPicPr>
          <p:nvPr/>
        </p:nvPicPr>
        <p:blipFill>
          <a:blip r:embed="rId3"/>
          <a:stretch>
            <a:fillRect/>
          </a:stretch>
        </p:blipFill>
        <p:spPr>
          <a:xfrm>
            <a:off x="875901" y="1727823"/>
            <a:ext cx="10434199" cy="3416377"/>
          </a:xfrm>
          <a:prstGeom prst="rect">
            <a:avLst/>
          </a:prstGeom>
        </p:spPr>
      </p:pic>
    </p:spTree>
    <p:extLst>
      <p:ext uri="{BB962C8B-B14F-4D97-AF65-F5344CB8AC3E}">
        <p14:creationId xmlns:p14="http://schemas.microsoft.com/office/powerpoint/2010/main" val="7001329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40</a:t>
            </a:fld>
            <a:endParaRPr lang="en-US"/>
          </a:p>
        </p:txBody>
      </p:sp>
      <p:sp>
        <p:nvSpPr>
          <p:cNvPr id="8" name="Title 1">
            <a:extLst>
              <a:ext uri="{FF2B5EF4-FFF2-40B4-BE49-F238E27FC236}">
                <a16:creationId xmlns:a16="http://schemas.microsoft.com/office/drawing/2014/main" id="{4EF94599-779E-457E-B57B-6063EBF7A840}"/>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GB" dirty="0">
                <a:solidFill>
                  <a:srgbClr val="0B49CB"/>
                </a:solidFill>
                <a:latin typeface="Abadi"/>
              </a:rPr>
              <a:t>Launch Success Ratio for KSC LC-39A</a:t>
            </a:r>
            <a:endParaRPr lang="en-US" dirty="0">
              <a:solidFill>
                <a:srgbClr val="0B49CB"/>
              </a:solidFill>
              <a:latin typeface="Abadi"/>
            </a:endParaRPr>
          </a:p>
        </p:txBody>
      </p:sp>
      <p:pic>
        <p:nvPicPr>
          <p:cNvPr id="4" name="Picture 3">
            <a:extLst>
              <a:ext uri="{FF2B5EF4-FFF2-40B4-BE49-F238E27FC236}">
                <a16:creationId xmlns:a16="http://schemas.microsoft.com/office/drawing/2014/main" id="{1DCE8C6C-D901-5BC4-E305-2919BA5CEF73}"/>
              </a:ext>
            </a:extLst>
          </p:cNvPr>
          <p:cNvPicPr>
            <a:picLocks noChangeAspect="1"/>
          </p:cNvPicPr>
          <p:nvPr/>
        </p:nvPicPr>
        <p:blipFill>
          <a:blip r:embed="rId3"/>
          <a:stretch>
            <a:fillRect/>
          </a:stretch>
        </p:blipFill>
        <p:spPr>
          <a:xfrm>
            <a:off x="960458" y="2045313"/>
            <a:ext cx="10411333" cy="3022645"/>
          </a:xfrm>
          <a:prstGeom prst="rect">
            <a:avLst/>
          </a:prstGeom>
        </p:spPr>
      </p:pic>
    </p:spTree>
    <p:extLst>
      <p:ext uri="{BB962C8B-B14F-4D97-AF65-F5344CB8AC3E}">
        <p14:creationId xmlns:p14="http://schemas.microsoft.com/office/powerpoint/2010/main" val="18661607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C82F32A-22A5-0046-9FAC-5295E4FA5A12}"/>
              </a:ext>
            </a:extLst>
          </p:cNvPr>
          <p:cNvSpPr>
            <a:spLocks noGrp="1"/>
          </p:cNvSpPr>
          <p:nvPr>
            <p:ph type="sldNum" sz="quarter" idx="12"/>
          </p:nvPr>
        </p:nvSpPr>
        <p:spPr/>
        <p:txBody>
          <a:bodyPr/>
          <a:lstStyle/>
          <a:p>
            <a:fld id="{5075537C-CA84-1446-933C-8E9D027F9201}" type="slidenum">
              <a:rPr lang="en-US" smtClean="0"/>
              <a:t>41</a:t>
            </a:fld>
            <a:endParaRPr lang="en-US"/>
          </a:p>
        </p:txBody>
      </p:sp>
      <p:sp>
        <p:nvSpPr>
          <p:cNvPr id="12" name="Title 1">
            <a:extLst>
              <a:ext uri="{FF2B5EF4-FFF2-40B4-BE49-F238E27FC236}">
                <a16:creationId xmlns:a16="http://schemas.microsoft.com/office/drawing/2014/main" id="{4D271BF5-BAA1-4CEB-A575-76A097FABBB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Payload vs Launch Outcome</a:t>
            </a:r>
          </a:p>
        </p:txBody>
      </p:sp>
      <p:pic>
        <p:nvPicPr>
          <p:cNvPr id="4" name="Picture 3">
            <a:extLst>
              <a:ext uri="{FF2B5EF4-FFF2-40B4-BE49-F238E27FC236}">
                <a16:creationId xmlns:a16="http://schemas.microsoft.com/office/drawing/2014/main" id="{A88DBB18-9838-F8AA-6C56-FA5E8E2E0680}"/>
              </a:ext>
            </a:extLst>
          </p:cNvPr>
          <p:cNvPicPr>
            <a:picLocks noChangeAspect="1"/>
          </p:cNvPicPr>
          <p:nvPr/>
        </p:nvPicPr>
        <p:blipFill>
          <a:blip r:embed="rId3"/>
          <a:stretch>
            <a:fillRect/>
          </a:stretch>
        </p:blipFill>
        <p:spPr>
          <a:xfrm>
            <a:off x="1129766" y="1731765"/>
            <a:ext cx="9932468" cy="3394469"/>
          </a:xfrm>
          <a:prstGeom prst="rect">
            <a:avLst/>
          </a:prstGeom>
        </p:spPr>
      </p:pic>
    </p:spTree>
    <p:extLst>
      <p:ext uri="{BB962C8B-B14F-4D97-AF65-F5344CB8AC3E}">
        <p14:creationId xmlns:p14="http://schemas.microsoft.com/office/powerpoint/2010/main" val="252359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37DFD2-2B76-8445-A1BD-6628DC42C398}"/>
              </a:ext>
            </a:extLst>
          </p:cNvPr>
          <p:cNvSpPr txBox="1"/>
          <p:nvPr/>
        </p:nvSpPr>
        <p:spPr>
          <a:xfrm>
            <a:off x="797970" y="2529746"/>
            <a:ext cx="1058303" cy="369332"/>
          </a:xfrm>
          <a:prstGeom prst="rect">
            <a:avLst/>
          </a:prstGeom>
          <a:solidFill>
            <a:srgbClr val="0948CB"/>
          </a:solidFill>
        </p:spPr>
        <p:txBody>
          <a:bodyPr wrap="none" rtlCol="0">
            <a:spAutoFit/>
          </a:bodyPr>
          <a:lstStyle/>
          <a:p>
            <a:r>
              <a:rPr lang="en-US" dirty="0">
                <a:solidFill>
                  <a:schemeClr val="bg1"/>
                </a:solidFill>
              </a:rPr>
              <a:t>Section 5</a:t>
            </a:r>
          </a:p>
        </p:txBody>
      </p:sp>
    </p:spTree>
    <p:extLst>
      <p:ext uri="{BB962C8B-B14F-4D97-AF65-F5344CB8AC3E}">
        <p14:creationId xmlns:p14="http://schemas.microsoft.com/office/powerpoint/2010/main" val="1290394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43</a:t>
            </a:fld>
            <a:endParaRPr lang="en-US"/>
          </a:p>
        </p:txBody>
      </p:sp>
      <p:sp>
        <p:nvSpPr>
          <p:cNvPr id="5" name="Content Placeholder 4">
            <a:extLst>
              <a:ext uri="{FF2B5EF4-FFF2-40B4-BE49-F238E27FC236}">
                <a16:creationId xmlns:a16="http://schemas.microsoft.com/office/drawing/2014/main" id="{1B07C49E-AFFC-EC46-8930-E4D428F5F943}"/>
              </a:ext>
            </a:extLst>
          </p:cNvPr>
          <p:cNvSpPr>
            <a:spLocks noGrp="1"/>
          </p:cNvSpPr>
          <p:nvPr>
            <p:ph type="body" sz="half" idx="4294967295"/>
          </p:nvPr>
        </p:nvSpPr>
        <p:spPr>
          <a:xfrm>
            <a:off x="770010" y="2082114"/>
            <a:ext cx="5325989" cy="3811588"/>
          </a:xfrm>
          <a:prstGeom prst="rect">
            <a:avLst/>
          </a:prstGeom>
        </p:spPr>
        <p:txBody>
          <a:bodyPr vert="horz" lIns="91440" tIns="45720" rIns="91440" bIns="45720" rtlCol="0" anchor="t">
            <a:normAutofit/>
          </a:bodyPr>
          <a:lstStyle/>
          <a:p>
            <a:pPr>
              <a:lnSpc>
                <a:spcPct val="100000"/>
              </a:lnSpc>
              <a:spcBef>
                <a:spcPts val="1400"/>
              </a:spcBef>
            </a:pPr>
            <a:r>
              <a:rPr lang="en-GB" sz="2200" dirty="0">
                <a:solidFill>
                  <a:schemeClr val="accent3">
                    <a:lumMod val="25000"/>
                  </a:schemeClr>
                </a:solidFill>
                <a:latin typeface="Abadi"/>
              </a:rPr>
              <a:t>Four classification models were tested, and their accuracies are plotted beside</a:t>
            </a:r>
            <a:endParaRPr lang="en-US" sz="2200" dirty="0">
              <a:solidFill>
                <a:schemeClr val="accent3">
                  <a:lumMod val="25000"/>
                </a:schemeClr>
              </a:solidFill>
              <a:latin typeface="Abadi" panose="020B0604020104020204" pitchFamily="34" charset="0"/>
            </a:endParaRPr>
          </a:p>
          <a:p>
            <a:pPr>
              <a:lnSpc>
                <a:spcPct val="100000"/>
              </a:lnSpc>
              <a:spcBef>
                <a:spcPts val="1400"/>
              </a:spcBef>
            </a:pPr>
            <a:r>
              <a:rPr lang="en-GB" sz="2200" dirty="0">
                <a:solidFill>
                  <a:schemeClr val="accent3">
                    <a:lumMod val="25000"/>
                  </a:schemeClr>
                </a:solidFill>
                <a:latin typeface="Abadi" panose="020B0604020104020204" pitchFamily="34" charset="0"/>
              </a:rPr>
              <a:t>The classifier model with the highest accuracy is the Decision Tree</a:t>
            </a:r>
            <a:endParaRPr lang="en-US" sz="22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B68D8986-45AC-4FB5-96E8-C45F9603EB5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Classification Accuracy</a:t>
            </a:r>
            <a:endParaRPr lang="en-US" dirty="0">
              <a:solidFill>
                <a:srgbClr val="0B49CB"/>
              </a:solidFill>
            </a:endParaRPr>
          </a:p>
        </p:txBody>
      </p:sp>
      <p:pic>
        <p:nvPicPr>
          <p:cNvPr id="7" name="Picture 6">
            <a:extLst>
              <a:ext uri="{FF2B5EF4-FFF2-40B4-BE49-F238E27FC236}">
                <a16:creationId xmlns:a16="http://schemas.microsoft.com/office/drawing/2014/main" id="{9EE287B8-3B9C-5385-520F-3DD57134BEEE}"/>
              </a:ext>
            </a:extLst>
          </p:cNvPr>
          <p:cNvPicPr>
            <a:picLocks noChangeAspect="1"/>
          </p:cNvPicPr>
          <p:nvPr/>
        </p:nvPicPr>
        <p:blipFill>
          <a:blip r:embed="rId3"/>
          <a:stretch>
            <a:fillRect/>
          </a:stretch>
        </p:blipFill>
        <p:spPr>
          <a:xfrm>
            <a:off x="6833570" y="1687643"/>
            <a:ext cx="4899849" cy="3708999"/>
          </a:xfrm>
          <a:prstGeom prst="rect">
            <a:avLst/>
          </a:prstGeom>
        </p:spPr>
      </p:pic>
    </p:spTree>
    <p:extLst>
      <p:ext uri="{BB962C8B-B14F-4D97-AF65-F5344CB8AC3E}">
        <p14:creationId xmlns:p14="http://schemas.microsoft.com/office/powerpoint/2010/main" val="2459446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6C985E-BCEF-DD49-BB47-C4649A79F0D8}"/>
              </a:ext>
            </a:extLst>
          </p:cNvPr>
          <p:cNvSpPr>
            <a:spLocks noGrp="1"/>
          </p:cNvSpPr>
          <p:nvPr>
            <p:ph type="sldNum" sz="quarter" idx="12"/>
          </p:nvPr>
        </p:nvSpPr>
        <p:spPr/>
        <p:txBody>
          <a:bodyPr/>
          <a:lstStyle/>
          <a:p>
            <a:fld id="{5075537C-CA84-1446-933C-8E9D027F9201}" type="slidenum">
              <a:rPr lang="en-US" smtClean="0"/>
              <a:t>44</a:t>
            </a:fld>
            <a:endParaRPr lang="en-US"/>
          </a:p>
        </p:txBody>
      </p:sp>
      <p:sp>
        <p:nvSpPr>
          <p:cNvPr id="9" name="Title 1">
            <a:extLst>
              <a:ext uri="{FF2B5EF4-FFF2-40B4-BE49-F238E27FC236}">
                <a16:creationId xmlns:a16="http://schemas.microsoft.com/office/drawing/2014/main" id="{533106AC-60D7-46AE-8E64-7B84ABDBD099}"/>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Confusion Matrix</a:t>
            </a:r>
            <a:endParaRPr lang="en-US" dirty="0">
              <a:solidFill>
                <a:srgbClr val="0B49CB"/>
              </a:solidFill>
            </a:endParaRPr>
          </a:p>
        </p:txBody>
      </p:sp>
      <p:sp>
        <p:nvSpPr>
          <p:cNvPr id="6" name="TextBox 5">
            <a:extLst>
              <a:ext uri="{FF2B5EF4-FFF2-40B4-BE49-F238E27FC236}">
                <a16:creationId xmlns:a16="http://schemas.microsoft.com/office/drawing/2014/main" id="{D1905F06-6D4E-5286-C401-81C651A56BA0}"/>
              </a:ext>
            </a:extLst>
          </p:cNvPr>
          <p:cNvSpPr txBox="1"/>
          <p:nvPr/>
        </p:nvSpPr>
        <p:spPr>
          <a:xfrm>
            <a:off x="1549711" y="4899464"/>
            <a:ext cx="9477960" cy="830997"/>
          </a:xfrm>
          <a:prstGeom prst="rect">
            <a:avLst/>
          </a:prstGeom>
          <a:noFill/>
        </p:spPr>
        <p:txBody>
          <a:bodyPr wrap="square">
            <a:spAutoFit/>
          </a:bodyPr>
          <a:lstStyle/>
          <a:p>
            <a:r>
              <a:rPr lang="en-US" sz="2400" dirty="0"/>
              <a:t>The Decision Tree confusion matrix shows the largest number of true positive and true negative compared to other models.</a:t>
            </a:r>
          </a:p>
        </p:txBody>
      </p:sp>
      <p:pic>
        <p:nvPicPr>
          <p:cNvPr id="7" name="Picture 6">
            <a:extLst>
              <a:ext uri="{FF2B5EF4-FFF2-40B4-BE49-F238E27FC236}">
                <a16:creationId xmlns:a16="http://schemas.microsoft.com/office/drawing/2014/main" id="{1C4EDC1B-3C67-21AF-19B2-CAC7B7EF2C11}"/>
              </a:ext>
            </a:extLst>
          </p:cNvPr>
          <p:cNvPicPr>
            <a:picLocks noChangeAspect="1"/>
          </p:cNvPicPr>
          <p:nvPr/>
        </p:nvPicPr>
        <p:blipFill>
          <a:blip r:embed="rId3"/>
          <a:stretch>
            <a:fillRect/>
          </a:stretch>
        </p:blipFill>
        <p:spPr>
          <a:xfrm>
            <a:off x="3996590" y="1519577"/>
            <a:ext cx="4062442" cy="2948009"/>
          </a:xfrm>
          <a:prstGeom prst="rect">
            <a:avLst/>
          </a:prstGeom>
        </p:spPr>
      </p:pic>
    </p:spTree>
    <p:extLst>
      <p:ext uri="{BB962C8B-B14F-4D97-AF65-F5344CB8AC3E}">
        <p14:creationId xmlns:p14="http://schemas.microsoft.com/office/powerpoint/2010/main" val="3645034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45</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10515600" cy="4351338"/>
          </a:xfrm>
          <a:prstGeom prst="rect">
            <a:avLst/>
          </a:prstGeom>
        </p:spPr>
        <p:txBody>
          <a:bodyPr>
            <a:normAutofit/>
          </a:bodyPr>
          <a:lstStyle/>
          <a:p>
            <a:pPr marL="0" indent="0">
              <a:lnSpc>
                <a:spcPct val="100000"/>
              </a:lnSpc>
              <a:spcBef>
                <a:spcPts val="1400"/>
              </a:spcBef>
              <a:buNone/>
            </a:pPr>
            <a:endParaRPr lang="en-GB" sz="2200" dirty="0">
              <a:solidFill>
                <a:schemeClr val="accent3">
                  <a:lumMod val="25000"/>
                </a:schemeClr>
              </a:solidFill>
              <a:latin typeface="Abadi" panose="020B0604020104020204" pitchFamily="34" charset="0"/>
            </a:endParaRPr>
          </a:p>
          <a:p>
            <a:pPr>
              <a:lnSpc>
                <a:spcPct val="100000"/>
              </a:lnSpc>
              <a:spcBef>
                <a:spcPts val="1400"/>
              </a:spcBef>
            </a:pPr>
            <a:r>
              <a:rPr lang="en-GB" sz="2200" dirty="0">
                <a:solidFill>
                  <a:schemeClr val="accent3">
                    <a:lumMod val="25000"/>
                  </a:schemeClr>
                </a:solidFill>
                <a:latin typeface="Abadi" panose="020B0604020104020204" pitchFamily="34" charset="0"/>
              </a:rPr>
              <a:t>KSC LC-39A is the launch site with the highest success rate</a:t>
            </a:r>
          </a:p>
          <a:p>
            <a:pPr>
              <a:lnSpc>
                <a:spcPct val="100000"/>
              </a:lnSpc>
              <a:spcBef>
                <a:spcPts val="1400"/>
              </a:spcBef>
            </a:pPr>
            <a:r>
              <a:rPr lang="en-GB" sz="2200" dirty="0">
                <a:solidFill>
                  <a:schemeClr val="accent3">
                    <a:lumMod val="25000"/>
                  </a:schemeClr>
                </a:solidFill>
                <a:latin typeface="Abadi" panose="020B0604020104020204" pitchFamily="34" charset="0"/>
              </a:rPr>
              <a:t>Higher payload launches are more successful</a:t>
            </a:r>
          </a:p>
          <a:p>
            <a:pPr>
              <a:lnSpc>
                <a:spcPct val="100000"/>
              </a:lnSpc>
              <a:spcBef>
                <a:spcPts val="1400"/>
              </a:spcBef>
            </a:pPr>
            <a:r>
              <a:rPr lang="en-GB" sz="2200" dirty="0">
                <a:solidFill>
                  <a:schemeClr val="accent3">
                    <a:lumMod val="25000"/>
                  </a:schemeClr>
                </a:solidFill>
                <a:latin typeface="Abadi" panose="020B0604020104020204" pitchFamily="34" charset="0"/>
              </a:rPr>
              <a:t>Decision Tree Classifier can be used to predict successful landings and increase profits.</a:t>
            </a:r>
            <a:endParaRPr lang="en-US" sz="2200" dirty="0">
              <a:solidFill>
                <a:schemeClr val="accent3">
                  <a:lumMod val="25000"/>
                </a:schemeClr>
              </a:solidFill>
              <a:latin typeface="Abadi" panose="020B0604020104020204" pitchFamily="34" charset="0"/>
            </a:endParaRP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46</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a:bodyPr>
          <a:lstStyle/>
          <a:p>
            <a:pPr>
              <a:lnSpc>
                <a:spcPct val="100000"/>
              </a:lnSpc>
              <a:spcBef>
                <a:spcPts val="1400"/>
              </a:spcBef>
            </a:pPr>
            <a:endParaRPr lang="en-US" sz="2200" dirty="0">
              <a:solidFill>
                <a:schemeClr val="accent3">
                  <a:lumMod val="25000"/>
                </a:schemeClr>
              </a:solidFill>
              <a:latin typeface="Abadi" panose="020B0604020104020204" pitchFamily="34" charset="0"/>
              <a:hlinkClick r:id="rId4"/>
            </a:endParaRPr>
          </a:p>
          <a:p>
            <a:pPr>
              <a:lnSpc>
                <a:spcPct val="100000"/>
              </a:lnSpc>
              <a:spcBef>
                <a:spcPts val="1400"/>
              </a:spcBef>
            </a:pPr>
            <a:r>
              <a:rPr lang="en-US" sz="2200" dirty="0">
                <a:solidFill>
                  <a:schemeClr val="accent3">
                    <a:lumMod val="25000"/>
                  </a:schemeClr>
                </a:solidFill>
                <a:latin typeface="Abadi" panose="020B0604020104020204" pitchFamily="34" charset="0"/>
              </a:rPr>
              <a:t>SpaceX API </a:t>
            </a:r>
            <a:r>
              <a:rPr lang="en-US" sz="2200" dirty="0">
                <a:solidFill>
                  <a:schemeClr val="accent3">
                    <a:lumMod val="25000"/>
                  </a:schemeClr>
                </a:solidFill>
                <a:latin typeface="Abadi" panose="020B0604020104020204" pitchFamily="34" charset="0"/>
                <a:hlinkClick r:id="rId4"/>
              </a:rPr>
              <a:t>https://api.spacexdata.com</a:t>
            </a:r>
            <a:r>
              <a:rPr lang="en-US" sz="2200" dirty="0">
                <a:solidFill>
                  <a:schemeClr val="accent3">
                    <a:lumMod val="25000"/>
                  </a:schemeClr>
                </a:solidFill>
                <a:latin typeface="Abadi" panose="020B0604020104020204" pitchFamily="34" charset="0"/>
              </a:rPr>
              <a:t> </a:t>
            </a:r>
          </a:p>
          <a:p>
            <a:pPr>
              <a:lnSpc>
                <a:spcPct val="100000"/>
              </a:lnSpc>
              <a:spcBef>
                <a:spcPts val="1400"/>
              </a:spcBef>
            </a:pPr>
            <a:endParaRPr lang="en-US" sz="2200" dirty="0">
              <a:solidFill>
                <a:schemeClr val="accent3">
                  <a:lumMod val="25000"/>
                </a:schemeClr>
              </a:solidFill>
              <a:latin typeface="Abadi" panose="020B0604020104020204" pitchFamily="34" charset="0"/>
            </a:endParaRP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Tree>
    <p:extLst>
      <p:ext uri="{BB962C8B-B14F-4D97-AF65-F5344CB8AC3E}">
        <p14:creationId xmlns:p14="http://schemas.microsoft.com/office/powerpoint/2010/main" val="3410008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1040741"/>
      </p:ext>
    </p:extLst>
  </p:cSld>
  <p:clrMapOvr>
    <a:masterClrMapping/>
  </p:clrMapOvr>
  <p:transition spd="slow">
    <p:push dir="u"/>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4DA07C5-A406-4A0D-B3E6-3856C94AC7F3}">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f80a141d-92ca-4d3d-9308-f7e7b1d44ce8"/>
    <ds:schemaRef ds:uri="http://purl.org/dc/dcmitype/"/>
    <ds:schemaRef ds:uri="http://www.w3.org/XML/1998/namespace"/>
    <ds:schemaRef ds:uri="155be751-a274-42e8-93fb-f39d3b9bccc8"/>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665</TotalTime>
  <Words>1560</Words>
  <Application>Microsoft Office PowerPoint</Application>
  <PresentationFormat>Grand écran</PresentationFormat>
  <Paragraphs>236</Paragraphs>
  <Slides>47</Slides>
  <Notes>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47</vt:i4>
      </vt:variant>
    </vt:vector>
  </HeadingPairs>
  <TitlesOfParts>
    <vt:vector size="53" baseType="lpstr">
      <vt:lpstr>Abadi</vt:lpstr>
      <vt:lpstr>-apple-system</vt:lpstr>
      <vt:lpstr>Arial</vt:lpstr>
      <vt:lpstr>Calibri</vt:lpstr>
      <vt:lpstr>IBM Plex Mono SemiBold</vt:lpstr>
      <vt:lpstr>Custom Design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X13</cp:lastModifiedBy>
  <cp:revision>204</cp:revision>
  <dcterms:created xsi:type="dcterms:W3CDTF">2021-04-29T18:58:34Z</dcterms:created>
  <dcterms:modified xsi:type="dcterms:W3CDTF">2026-10-17T21:26:10Z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